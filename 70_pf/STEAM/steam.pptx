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true" embedTrueTypeFonts="true">
  <p:sldMasterIdLst>
    <p:sldMasterId id="2147483670" r:id="rId18"/>
  </p:sldMasterIdLst>
  <p:sldIdLst>
    <p:sldId id="256" r:id="rId20"/>
    <p:sldId id="257" r:id="rId21"/>
    <p:sldId id="258" r:id="rId22"/>
    <p:sldId id="262" r:id="rId23"/>
    <p:sldId id="259" r:id="rId24"/>
    <p:sldId id="260" r:id="rId25"/>
    <p:sldId id="261" r:id="rId26"/>
    <p:sldId id="263" r:id="rId27"/>
    <p:sldId id="268" r:id="rId28"/>
    <p:sldId id="270" r:id="rId29"/>
    <p:sldId id="266" r:id="rId30"/>
    <p:sldId id="267" r:id="rId31"/>
    <p:sldId id="269" r:id="rId32"/>
    <p:sldId id="264" r:id="rId3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7" userDrawn="1">
          <p15:clr>
            <a:srgbClr val="A4A3A4"/>
          </p15:clr>
        </p15:guide>
        <p15:guide id="1" pos="2877" userDrawn="1">
          <p15:clr>
            <a:srgbClr val="A4A3A4"/>
          </p15:clr>
        </p15:guide>
      </p15:sldGuideLst>
    </p:ext>
  </p:extLst>
  <p:embeddedFontLst>
    <p:embeddedFont>
      <p:font typeface="Pretendard Medium" panose="" pitchFamily="0" charset="0">
        <p:bold r:id="rId1"/>
      </p:font>
    </p:embeddedFont>
    <p:embeddedFont>
      <p:font typeface="Pretendard SemiBold" panose="" pitchFamily="-1" charset="32768">
        <p:bold r:id="rId2"/>
      </p:font>
    </p:embeddedFont>
    <p:embeddedFont>
      <p:font typeface="Pretendard Regular" panose="" pitchFamily="0" charset="0">
        <p:regular r:id="rId3"/>
      </p:font>
    </p:embeddedFont>
    <p:embeddedFont>
      <p:font typeface="Pretendard Bold" panose="" pitchFamily="0" charset="0">
        <p:bold r:id="rId4"/>
      </p:font>
    </p:embeddedFont>
    <p:embeddedFont>
      <p:font typeface="Pretendard Light" panose="" pitchFamily="0" charset="0">
        <p:regular r:id="rId5"/>
      </p:font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napToGrid="1" snapToObjects="1">
      <p:cViewPr varScale="1">
        <p:scale>
          <a:sx n="74" d="100"/>
          <a:sy n="74" d="100"/>
        </p:scale>
        <p:origin x="-1092" y="-90"/>
      </p:cViewPr>
      <p:guideLst>
        <p:guide orient="horz" pos="2157"/>
        <p:guide pos="2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font" Target="fonts/font1.fntdata"></Relationship><Relationship Id="rId2" Type="http://schemas.openxmlformats.org/officeDocument/2006/relationships/font" Target="fonts/font2.fntdata"></Relationship><Relationship Id="rId3" Type="http://schemas.openxmlformats.org/officeDocument/2006/relationships/font" Target="fonts/font3.fntdata"></Relationship><Relationship Id="rId4" Type="http://schemas.openxmlformats.org/officeDocument/2006/relationships/font" Target="fonts/font4.fntdata"></Relationship><Relationship Id="rId5" Type="http://schemas.openxmlformats.org/officeDocument/2006/relationships/font" Target="fonts/font5.fntdata"></Relationship><Relationship Id="rId6" Type="http://schemas.openxmlformats.org/officeDocument/2006/relationships/tableStyles" Target="tableStyles.xml"></Relationship><Relationship Id="rId18" Type="http://schemas.openxmlformats.org/officeDocument/2006/relationships/slideMaster" Target="slideMasters/slideMaster1.xml"></Relationship><Relationship Id="rId19" Type="http://schemas.openxmlformats.org/officeDocument/2006/relationships/theme" Target="theme/theme1.xml"></Relationship><Relationship Id="rId20" Type="http://schemas.openxmlformats.org/officeDocument/2006/relationships/slide" Target="slides/slide1.xml"></Relationship><Relationship Id="rId21" Type="http://schemas.openxmlformats.org/officeDocument/2006/relationships/slide" Target="slides/slide2.xml"></Relationship><Relationship Id="rId22" Type="http://schemas.openxmlformats.org/officeDocument/2006/relationships/slide" Target="slides/slide3.xml"></Relationship><Relationship Id="rId23" Type="http://schemas.openxmlformats.org/officeDocument/2006/relationships/slide" Target="slides/slide4.xml"></Relationship><Relationship Id="rId24" Type="http://schemas.openxmlformats.org/officeDocument/2006/relationships/slide" Target="slides/slide5.xml"></Relationship><Relationship Id="rId25" Type="http://schemas.openxmlformats.org/officeDocument/2006/relationships/slide" Target="slides/slide6.xml"></Relationship><Relationship Id="rId26" Type="http://schemas.openxmlformats.org/officeDocument/2006/relationships/slide" Target="slides/slide7.xml"></Relationship><Relationship Id="rId27" Type="http://schemas.openxmlformats.org/officeDocument/2006/relationships/slide" Target="slides/slide8.xml"></Relationship><Relationship Id="rId28" Type="http://schemas.openxmlformats.org/officeDocument/2006/relationships/slide" Target="slides/slide9.xml"></Relationship><Relationship Id="rId29" Type="http://schemas.openxmlformats.org/officeDocument/2006/relationships/slide" Target="slides/slide10.xml"></Relationship><Relationship Id="rId30" Type="http://schemas.openxmlformats.org/officeDocument/2006/relationships/slide" Target="slides/slide11.xml"></Relationship><Relationship Id="rId31" Type="http://schemas.openxmlformats.org/officeDocument/2006/relationships/slide" Target="slides/slide12.xml"></Relationship><Relationship Id="rId32" Type="http://schemas.openxmlformats.org/officeDocument/2006/relationships/slide" Target="slides/slide13.xml"></Relationship><Relationship Id="rId33" Type="http://schemas.openxmlformats.org/officeDocument/2006/relationships/slide" Target="slides/slide14.xml"></Relationship><Relationship Id="rId34" Type="http://schemas.openxmlformats.org/officeDocument/2006/relationships/viewProps" Target="viewProps.xml"></Relationship><Relationship Id="rId35" Type="http://schemas.openxmlformats.org/officeDocument/2006/relationships/presProps" Target="presProps.xml"></Relationship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image" Target="../media/image1.png"></Relationship><Relationship Id="rId3" Type="http://schemas.openxmlformats.org/officeDocument/2006/relationships/image" Target="../media/image2.png"></Relationship><Relationship Id="rId4" Type="http://schemas.openxmlformats.org/officeDocument/2006/relationships/image" Target="../media/image3.png"></Relationship><Relationship Id="rId5" Type="http://schemas.openxmlformats.org/officeDocument/2006/relationships/image" Target="../media/image4.png"></Relationship><Relationship Id="rId6" Type="http://schemas.openxmlformats.org/officeDocument/2006/relationships/image" Target="../media/image5.png"></Relationship><Relationship Id="rId7" Type="http://schemas.openxmlformats.org/officeDocument/2006/relationships/slideLayout" Target="../slideLayouts/slideLayout7.xml"></Relationship></Relationships>
</file>

<file path=ppt/slides/_rels/slide2.xml.rels><?xml version="1.0" encoding="UTF-8"?>
<Relationships xmlns="http://schemas.openxmlformats.org/package/2006/relationships"><Relationship Id="rId2" Type="http://schemas.openxmlformats.org/officeDocument/2006/relationships/image" Target="../media/image6.png"></Relationship><Relationship Id="rId3" Type="http://schemas.openxmlformats.org/officeDocument/2006/relationships/image" Target="../media/image7.png"></Relationship><Relationship Id="rId4" Type="http://schemas.openxmlformats.org/officeDocument/2006/relationships/image" Target="../media/image8.png"></Relationship><Relationship Id="rId5" Type="http://schemas.openxmlformats.org/officeDocument/2006/relationships/image" Target="../media/image9.png"></Relationship><Relationship Id="rId6" Type="http://schemas.openxmlformats.org/officeDocument/2006/relationships/image" Target="../media/image10.png"></Relationship><Relationship Id="rId7" Type="http://schemas.openxmlformats.org/officeDocument/2006/relationships/image" Target="../media/image11.png"></Relationship><Relationship Id="rId8" Type="http://schemas.openxmlformats.org/officeDocument/2006/relationships/image" Target="../media/image12.png"></Relationship><Relationship Id="rId9" Type="http://schemas.openxmlformats.org/officeDocument/2006/relationships/image" Target="../media/image13.png"></Relationship><Relationship Id="rId10" Type="http://schemas.openxmlformats.org/officeDocument/2006/relationships/slideLayout" Target="../slideLayouts/slideLayout7.xml"></Relationship></Relationships>
</file>

<file path=ppt/slides/_rels/slide3.xml.rels><?xml version="1.0" encoding="UTF-8"?>
<Relationships xmlns="http://schemas.openxmlformats.org/package/2006/relationships"><Relationship Id="rId2" Type="http://schemas.openxmlformats.org/officeDocument/2006/relationships/image" Target="../media/image14.png"></Relationship><Relationship Id="rId3" Type="http://schemas.openxmlformats.org/officeDocument/2006/relationships/image" Target="../media/image15.png"></Relationship><Relationship Id="rId4" Type="http://schemas.openxmlformats.org/officeDocument/2006/relationships/image" Target="../media/image16.png"></Relationship><Relationship Id="rId5" Type="http://schemas.openxmlformats.org/officeDocument/2006/relationships/image" Target="../media/image17.png"></Relationship><Relationship Id="rId6" Type="http://schemas.openxmlformats.org/officeDocument/2006/relationships/image" Target="../media/image18.png"></Relationship><Relationship Id="rId7" Type="http://schemas.openxmlformats.org/officeDocument/2006/relationships/image" Target="../media/image19.png"></Relationship><Relationship Id="rId8" Type="http://schemas.openxmlformats.org/officeDocument/2006/relationships/image" Target="../media/image20.png"></Relationship><Relationship Id="rId9" Type="http://schemas.openxmlformats.org/officeDocument/2006/relationships/image" Target="../media/image21.png"></Relationship><Relationship Id="rId10" Type="http://schemas.openxmlformats.org/officeDocument/2006/relationships/slideLayout" Target="../slideLayouts/slideLayout7.xml"></Relationship></Relationships>
</file>

<file path=ppt/slides/_rels/slide4.xml.rels><?xml version="1.0" encoding="UTF-8"?>
<Relationships xmlns="http://schemas.openxmlformats.org/package/2006/relationships"><Relationship Id="rId2" Type="http://schemas.openxmlformats.org/officeDocument/2006/relationships/image" Target="../media/image14.png"></Relationship><Relationship Id="rId3" Type="http://schemas.openxmlformats.org/officeDocument/2006/relationships/image" Target="../media/image15.png"></Relationship><Relationship Id="rId4" Type="http://schemas.openxmlformats.org/officeDocument/2006/relationships/image" Target="../media/image20.png"></Relationship><Relationship Id="rId5" Type="http://schemas.openxmlformats.org/officeDocument/2006/relationships/image" Target="../media/fImage4211223241.png"></Relationship><Relationship Id="rId6" Type="http://schemas.openxmlformats.org/officeDocument/2006/relationships/slideLayout" Target="../slideLayouts/slideLayout7.xml"></Relationship></Relationships>
</file>

<file path=ppt/slides/_rels/slide5.xml.rels><?xml version="1.0" encoding="UTF-8"?>
<Relationships xmlns="http://schemas.openxmlformats.org/package/2006/relationships"><Relationship Id="rId2" Type="http://schemas.openxmlformats.org/officeDocument/2006/relationships/image" Target="../media/image22.png"></Relationship><Relationship Id="rId3" Type="http://schemas.openxmlformats.org/officeDocument/2006/relationships/image" Target="../media/image23.png"></Relationship><Relationship Id="rId4" Type="http://schemas.openxmlformats.org/officeDocument/2006/relationships/image" Target="../media/image16.png"></Relationship><Relationship Id="rId5" Type="http://schemas.openxmlformats.org/officeDocument/2006/relationships/image" Target="../media/image17.png"></Relationship><Relationship Id="rId6" Type="http://schemas.openxmlformats.org/officeDocument/2006/relationships/image" Target="../media/image18.png"></Relationship><Relationship Id="rId7" Type="http://schemas.openxmlformats.org/officeDocument/2006/relationships/image" Target="../media/image19.png"></Relationship><Relationship Id="rId8" Type="http://schemas.openxmlformats.org/officeDocument/2006/relationships/image" Target="../media/image24.png"></Relationship><Relationship Id="rId9" Type="http://schemas.openxmlformats.org/officeDocument/2006/relationships/slideLayout" Target="../slideLayouts/slideLayout7.xml"></Relationship></Relationships>
</file>

<file path=ppt/slides/_rels/slide6.xml.rels><?xml version="1.0" encoding="UTF-8"?>
<Relationships xmlns="http://schemas.openxmlformats.org/package/2006/relationships"><Relationship Id="rId2" Type="http://schemas.openxmlformats.org/officeDocument/2006/relationships/image" Target="../media/image25.png"></Relationship><Relationship Id="rId3" Type="http://schemas.openxmlformats.org/officeDocument/2006/relationships/image" Target="../media/image26.png"></Relationship><Relationship Id="rId4" Type="http://schemas.openxmlformats.org/officeDocument/2006/relationships/image" Target="../media/image27.png"></Relationship><Relationship Id="rId5" Type="http://schemas.openxmlformats.org/officeDocument/2006/relationships/image" Target="../media/image28.png"></Relationship><Relationship Id="rId6" Type="http://schemas.openxmlformats.org/officeDocument/2006/relationships/image" Target="../media/image29.png"></Relationship><Relationship Id="rId7" Type="http://schemas.openxmlformats.org/officeDocument/2006/relationships/image" Target="../media/image30.png"></Relationship><Relationship Id="rId8" Type="http://schemas.openxmlformats.org/officeDocument/2006/relationships/image" Target="../media/image31.png"></Relationship><Relationship Id="rId9" Type="http://schemas.openxmlformats.org/officeDocument/2006/relationships/slideLayout" Target="../slideLayouts/slideLayout7.xml"></Relationship></Relationships>
</file>

<file path=ppt/slides/_rels/slide7.xml.rels><?xml version="1.0" encoding="UTF-8"?>
<Relationships xmlns="http://schemas.openxmlformats.org/package/2006/relationships"><Relationship Id="rId2" Type="http://schemas.openxmlformats.org/officeDocument/2006/relationships/image" Target="../media/image32.png"></Relationship><Relationship Id="rId3" Type="http://schemas.openxmlformats.org/officeDocument/2006/relationships/image" Target="../media/image33.png"></Relationship><Relationship Id="rId4" Type="http://schemas.openxmlformats.org/officeDocument/2006/relationships/image" Target="../media/image34.png"></Relationship><Relationship Id="rId5" Type="http://schemas.openxmlformats.org/officeDocument/2006/relationships/image" Target="../media/image35.png"></Relationship><Relationship Id="rId6" Type="http://schemas.openxmlformats.org/officeDocument/2006/relationships/image" Target="../media/image24.png"></Relationship><Relationship Id="rId7" Type="http://schemas.openxmlformats.org/officeDocument/2006/relationships/image" Target="../media/image36.png"></Relationship><Relationship Id="rId8" Type="http://schemas.openxmlformats.org/officeDocument/2006/relationships/slideLayout" Target="../slideLayouts/slideLayout7.xml"></Relationship></Relationships>
</file>

<file path=ppt/slides/_rels/slide8.xml.rels><?xml version="1.0" encoding="UTF-8"?>
<Relationships xmlns="http://schemas.openxmlformats.org/package/2006/relationships"><Relationship Id="rId2" Type="http://schemas.openxmlformats.org/officeDocument/2006/relationships/image" Target="../media/image22.png"></Relationship><Relationship Id="rId3" Type="http://schemas.openxmlformats.org/officeDocument/2006/relationships/image" Target="../media/image23.png"></Relationship><Relationship Id="rId4" Type="http://schemas.openxmlformats.org/officeDocument/2006/relationships/image" Target="../media/image16.png"></Relationship><Relationship Id="rId5" Type="http://schemas.openxmlformats.org/officeDocument/2006/relationships/image" Target="../media/image17.png"></Relationship><Relationship Id="rId6" Type="http://schemas.openxmlformats.org/officeDocument/2006/relationships/image" Target="../media/image18.png"></Relationship><Relationship Id="rId7" Type="http://schemas.openxmlformats.org/officeDocument/2006/relationships/image" Target="../media/image19.png"></Relationship><Relationship Id="rId8" Type="http://schemas.openxmlformats.org/officeDocument/2006/relationships/image" Target="../media/image24.png"></Relationship><Relationship Id="rId9" Type="http://schemas.openxmlformats.org/officeDocument/2006/relationships/slideLayout" Target="../slideLayouts/slideLayout7.xm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22.png"></Relationship><Relationship Id="rId3" Type="http://schemas.openxmlformats.org/officeDocument/2006/relationships/image" Target="../media/image23.png"></Relationship><Relationship Id="rId4" Type="http://schemas.openxmlformats.org/officeDocument/2006/relationships/image" Target="../media/image24.png"></Relationship><Relationship Id="rId5" Type="http://schemas.openxmlformats.org/officeDocument/2006/relationships/image" Target="../media/fImage14235433941.png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22.png"></Relationship><Relationship Id="rId3" Type="http://schemas.openxmlformats.org/officeDocument/2006/relationships/image" Target="../media/image23.png"></Relationship><Relationship Id="rId4" Type="http://schemas.openxmlformats.org/officeDocument/2006/relationships/image" Target="../media/image24.png"></Relationship><Relationship Id="rId5" Type="http://schemas.openxmlformats.org/officeDocument/2006/relationships/image" Target="../media/fImage2019083808467.jpeg"></Relationship><Relationship Id="rId6" Type="http://schemas.openxmlformats.org/officeDocument/2006/relationships/image" Target="../media/fImage224403816334.jpeg"></Relationship><Relationship Id="rId7" Type="http://schemas.openxmlformats.org/officeDocument/2006/relationships/image" Target="../media/fImage405643826500.jpeg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22.png"></Relationship><Relationship Id="rId3" Type="http://schemas.openxmlformats.org/officeDocument/2006/relationships/image" Target="../media/image23.png"></Relationship><Relationship Id="rId4" Type="http://schemas.openxmlformats.org/officeDocument/2006/relationships/image" Target="../media/image24.png"></Relationship><Relationship Id="rId5" Type="http://schemas.openxmlformats.org/officeDocument/2006/relationships/image" Target="../media/fImage1105043039169.jpeg"></Relationship><Relationship Id="rId6" Type="http://schemas.openxmlformats.org/officeDocument/2006/relationships/image" Target="../media/fImage2725653045724.jpeg"></Relationship><Relationship Id="rId7" Type="http://schemas.openxmlformats.org/officeDocument/2006/relationships/image" Target="../media/fImage1367893091478.jpeg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22.png"></Relationship><Relationship Id="rId3" Type="http://schemas.openxmlformats.org/officeDocument/2006/relationships/image" Target="../media/image23.png"></Relationship><Relationship Id="rId4" Type="http://schemas.openxmlformats.org/officeDocument/2006/relationships/image" Target="../media/image24.png"></Relationship><Relationship Id="rId5" Type="http://schemas.openxmlformats.org/officeDocument/2006/relationships/image" Target="../media/fImage4320583239358.jpeg"></Relationship><Relationship Id="rId6" Type="http://schemas.openxmlformats.org/officeDocument/2006/relationships/image" Target="../media/fImage589953276962.jpeg"></Relationship><Relationship Id="rId7" Type="http://schemas.openxmlformats.org/officeDocument/2006/relationships/image" Target="../media/fImage727473264464.jpeg"></Relationship><Relationship Id="rId8" Type="http://schemas.openxmlformats.org/officeDocument/2006/relationships/image" Target="../media/fImage452873255705.jpeg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22.png"></Relationship><Relationship Id="rId3" Type="http://schemas.openxmlformats.org/officeDocument/2006/relationships/image" Target="../media/image23.png"></Relationship><Relationship Id="rId4" Type="http://schemas.openxmlformats.org/officeDocument/2006/relationships/image" Target="../media/image24.png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400300" y="0"/>
            <a:ext cx="12280900" cy="685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811500" y="-381000"/>
            <a:ext cx="2882900" cy="1930400"/>
          </a:xfrm>
          <a:prstGeom prst="rect">
            <a:avLst/>
          </a:prstGeom>
        </p:spPr>
      </p:pic>
      <p:sp>
        <p:nvSpPr>
          <p:cNvPr id="4" name="TextBox 4"/>
          <p:cNvSpPr txBox="true"/>
          <p:nvPr/>
        </p:nvSpPr>
        <p:spPr>
          <a:xfrm rot="0">
            <a:off x="12166600" y="2451100"/>
            <a:ext cx="45085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700" b="false" i="false" u="none" strike="noStrike" spc="300">
                <a:solidFill>
                  <a:srgbClr val="9E9E9E"/>
                </a:solidFill>
                <a:latin typeface="Pretendard Medium"/>
              </a:rPr>
              <a:t>UI/UX </a:t>
            </a:r>
            <a:r>
              <a:rPr lang="ko-KR" sz="2700" b="false" i="false" u="none" strike="noStrike" spc="300">
                <a:solidFill>
                  <a:srgbClr val="9E9E9E"/>
                </a:solidFill>
                <a:ea typeface="Pretendard Medium"/>
              </a:rPr>
              <a:t>웹</a:t>
            </a:r>
            <a:r>
              <a:rPr lang="en-US" sz="2700" b="false" i="false" u="none" strike="noStrike" spc="3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2700" b="false" i="false" u="none" strike="noStrike" spc="300">
                <a:solidFill>
                  <a:srgbClr val="9E9E9E"/>
                </a:solidFill>
                <a:ea typeface="Pretendard Medium"/>
              </a:rPr>
              <a:t>디자인</a:t>
            </a:r>
            <a:r>
              <a:rPr lang="en-US" sz="2700" b="false" i="false" u="none" strike="noStrike" spc="3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2700" b="false" i="false" u="none" strike="noStrike" spc="300">
                <a:solidFill>
                  <a:srgbClr val="9E9E9E"/>
                </a:solidFill>
                <a:ea typeface="Pretendard Medium"/>
              </a:rPr>
              <a:t>리퍼블리싱</a:t>
            </a:r>
          </a:p>
        </p:txBody>
      </p:sp>
      <p:sp>
        <p:nvSpPr>
          <p:cNvPr id="5" name="TextBox 5"/>
          <p:cNvSpPr txBox="true"/>
          <p:nvPr/>
        </p:nvSpPr>
        <p:spPr>
          <a:xfrm rot="0">
            <a:off x="12369800" y="9055100"/>
            <a:ext cx="44069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333333"/>
                </a:solidFill>
                <a:latin typeface="Pretendard SemiBold"/>
              </a:rPr>
              <a:t>2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SemiBold"/>
              </a:rPr>
              <a:t>팀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SemiBold"/>
              </a:rPr>
              <a:t>: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SemiBold"/>
              </a:rPr>
              <a:t>김다영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SemiBold"/>
              </a:rPr>
              <a:t>,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SemiBold"/>
              </a:rPr>
              <a:t>박채영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SemiBold"/>
              </a:rPr>
              <a:t>,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SemiBold"/>
              </a:rPr>
              <a:t>양하늘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SemiBold"/>
              </a:rPr>
              <a:t>,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SemiBold"/>
              </a:rPr>
              <a:t>이영민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SemiBold"/>
              </a:rPr>
              <a:t>,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SemiBold"/>
              </a:rPr>
              <a:t>최준혁</a:t>
            </a:r>
          </a:p>
        </p:txBody>
      </p:sp>
      <p:sp>
        <p:nvSpPr>
          <p:cNvPr id="6" name="TextBox 6"/>
          <p:cNvSpPr txBox="true"/>
          <p:nvPr/>
        </p:nvSpPr>
        <p:spPr>
          <a:xfrm rot="0">
            <a:off x="6794500" y="3009900"/>
            <a:ext cx="10058400" cy="1943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84660"/>
              </a:lnSpc>
            </a:pPr>
            <a:r>
              <a:rPr lang="en-US" sz="10900" b="false" i="false" u="none" strike="noStrike">
                <a:solidFill>
                  <a:srgbClr val="333333"/>
                </a:solidFill>
                <a:latin typeface="Pretendard Regular"/>
              </a:rPr>
              <a:t>2</a:t>
            </a:r>
            <a:r>
              <a:rPr lang="ko-KR" sz="10900" b="false" i="false" u="none" strike="noStrike">
                <a:solidFill>
                  <a:srgbClr val="333333"/>
                </a:solidFill>
                <a:ea typeface="Pretendard Regular"/>
              </a:rPr>
              <a:t>팀</a:t>
            </a:r>
          </a:p>
        </p:txBody>
      </p:sp>
      <p:pic>
        <p:nvPicPr>
          <p:cNvPr id="7" name="Picture 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0" y="2616200"/>
            <a:ext cx="6819900" cy="7696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558800" y="3136900"/>
            <a:ext cx="1943100" cy="850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true"/>
          </p:cNvPicPr>
          <p:nvPr/>
        </p:nvPicPr>
        <p:blipFill>
          <a:blip r:embed="rId6">
            <a:alphaModFix amt="65000"/>
          </a:blip>
          <a:stretch>
            <a:fillRect/>
          </a:stretch>
        </p:blipFill>
        <p:spPr>
          <a:xfrm rot="0">
            <a:off x="11366500" y="5791200"/>
            <a:ext cx="6172200" cy="571500"/>
          </a:xfrm>
          <a:prstGeom prst="rect">
            <a:avLst/>
          </a:prstGeom>
        </p:spPr>
      </p:pic>
      <p:sp>
        <p:nvSpPr>
          <p:cNvPr id="10" name="TextBox 10"/>
          <p:cNvSpPr txBox="true"/>
          <p:nvPr/>
        </p:nvSpPr>
        <p:spPr>
          <a:xfrm rot="0">
            <a:off x="6794500" y="4889500"/>
            <a:ext cx="10058400" cy="1422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84660"/>
              </a:lnSpc>
            </a:pPr>
            <a:r>
              <a:rPr lang="en-US" sz="10900" b="false" i="false" u="none" strike="noStrike">
                <a:solidFill>
                  <a:srgbClr val="333333"/>
                </a:solidFill>
                <a:latin typeface="Pretendard Bold"/>
              </a:rPr>
              <a:t>STEAM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596900" y="4064000"/>
            <a:ext cx="5524500" cy="623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" y="0"/>
            <a:ext cx="1524000" cy="101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776700" y="8724900"/>
            <a:ext cx="1663700" cy="1663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06400" y="9728200"/>
            <a:ext cx="1955800" cy="12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06400" y="9893300"/>
            <a:ext cx="977900" cy="50800"/>
          </a:xfrm>
          <a:prstGeom prst="rect">
            <a:avLst/>
          </a:prstGeom>
        </p:spPr>
      </p:pic>
      <p:sp>
        <p:nvSpPr>
          <p:cNvPr id="7" name="TextBox 7"/>
          <p:cNvSpPr txBox="true"/>
          <p:nvPr/>
        </p:nvSpPr>
        <p:spPr>
          <a:xfrm rot="0">
            <a:off x="1778000" y="1282700"/>
            <a:ext cx="16002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CONTENTS</a:t>
            </a:r>
          </a:p>
        </p:txBody>
      </p:sp>
      <p:pic>
        <p:nvPicPr>
          <p:cNvPr id="8" name="Picture 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700000">
            <a:off x="14427200" y="-1130300"/>
            <a:ext cx="6172200" cy="4114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97700" y="2844800"/>
            <a:ext cx="596900" cy="584200"/>
          </a:xfrm>
          <a:prstGeom prst="rect">
            <a:avLst/>
          </a:prstGeom>
        </p:spPr>
      </p:pic>
      <p:sp>
        <p:nvSpPr>
          <p:cNvPr id="11" name="TextBox 11"/>
          <p:cNvSpPr txBox="true"/>
          <p:nvPr/>
        </p:nvSpPr>
        <p:spPr>
          <a:xfrm rot="0">
            <a:off x="6959600" y="2921000"/>
            <a:ext cx="6477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300" b="false" i="false" u="none" strike="noStrike">
                <a:solidFill>
                  <a:srgbClr val="333333"/>
                </a:solidFill>
                <a:latin typeface="Pretendard Bold"/>
              </a:rPr>
              <a:t>01</a:t>
            </a:r>
          </a:p>
        </p:txBody>
      </p:sp>
      <p:sp>
        <p:nvSpPr>
          <p:cNvPr id="12" name="TextBox 12"/>
          <p:cNvSpPr txBox="true"/>
          <p:nvPr/>
        </p:nvSpPr>
        <p:spPr>
          <a:xfrm rot="0">
            <a:off x="7937500" y="3276600"/>
            <a:ext cx="59436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왜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'STEAM'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사이트를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채택하였는지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.</a:t>
            </a:r>
          </a:p>
        </p:txBody>
      </p:sp>
      <p:sp>
        <p:nvSpPr>
          <p:cNvPr id="13" name="TextBox 13"/>
          <p:cNvSpPr txBox="true"/>
          <p:nvPr/>
        </p:nvSpPr>
        <p:spPr>
          <a:xfrm>
            <a:off x="7924800" y="2705100"/>
            <a:ext cx="4471035" cy="572135"/>
          </a:xfrm>
          <a:prstGeom prst="rect">
            <a:avLst/>
          </a:prstGeom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3200" i="0" b="0" strike="noStrike">
                <a:solidFill>
                  <a:srgbClr val="333333"/>
                </a:solidFill>
                <a:latin typeface="Pretendard Medium" charset="0"/>
              </a:rPr>
              <a:t>'STEAM' </a:t>
            </a:r>
            <a:r>
              <a:rPr lang="ko-KR" sz="3200" i="0" b="0" strike="noStrike">
                <a:solidFill>
                  <a:srgbClr val="333333"/>
                </a:solidFill>
                <a:ea typeface="Pretendard Medium" charset="0"/>
              </a:rPr>
              <a:t>선택</a:t>
            </a:r>
            <a:r>
              <a:rPr lang="en-US" sz="3200" i="0" b="0" strike="noStrike">
                <a:solidFill>
                  <a:srgbClr val="333333"/>
                </a:solidFill>
                <a:latin typeface="Pretendard Medium" charset="0"/>
              </a:rPr>
              <a:t> </a:t>
            </a:r>
            <a:r>
              <a:rPr lang="ko-KR" sz="3200" i="0" b="0" strike="noStrike">
                <a:solidFill>
                  <a:srgbClr val="333333"/>
                </a:solidFill>
                <a:ea typeface="Pretendard Medium" charset="0"/>
              </a:rPr>
              <a:t>이유</a:t>
            </a:r>
            <a:endParaRPr lang="ko-KR" altLang="en-US" sz="3200" i="0" b="0" strike="noStrike">
              <a:solidFill>
                <a:srgbClr val="333333"/>
              </a:solidFill>
              <a:ea typeface="Pretendard Medium" charset="0"/>
            </a:endParaRPr>
          </a:p>
        </p:txBody>
      </p:sp>
      <p:pic>
        <p:nvPicPr>
          <p:cNvPr id="15" name="Picture 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97700" y="4152900"/>
            <a:ext cx="596900" cy="584200"/>
          </a:xfrm>
          <a:prstGeom prst="rect">
            <a:avLst/>
          </a:prstGeom>
        </p:spPr>
      </p:pic>
      <p:sp>
        <p:nvSpPr>
          <p:cNvPr id="16" name="TextBox 16"/>
          <p:cNvSpPr txBox="true"/>
          <p:nvPr/>
        </p:nvSpPr>
        <p:spPr>
          <a:xfrm rot="0">
            <a:off x="6959600" y="4241800"/>
            <a:ext cx="6477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300" b="false" i="false" u="none" strike="noStrike">
                <a:solidFill>
                  <a:srgbClr val="333333"/>
                </a:solidFill>
                <a:latin typeface="Pretendard Bold"/>
              </a:rPr>
              <a:t>02</a:t>
            </a:r>
          </a:p>
        </p:txBody>
      </p:sp>
      <p:sp>
        <p:nvSpPr>
          <p:cNvPr id="17" name="TextBox 17"/>
          <p:cNvSpPr txBox="true"/>
          <p:nvPr/>
        </p:nvSpPr>
        <p:spPr>
          <a:xfrm rot="0">
            <a:off x="7937500" y="4597400"/>
            <a:ext cx="59436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정보구조설계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및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와이어프레임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페이지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설계한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의도는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무엇인가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.</a:t>
            </a:r>
          </a:p>
        </p:txBody>
      </p:sp>
      <p:sp>
        <p:nvSpPr>
          <p:cNvPr id="18" name="TextBox 18"/>
          <p:cNvSpPr txBox="true"/>
          <p:nvPr/>
        </p:nvSpPr>
        <p:spPr>
          <a:xfrm rot="0">
            <a:off x="7924800" y="4025900"/>
            <a:ext cx="66040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정보구조설계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및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와이어프레임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제작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의도</a:t>
            </a:r>
          </a:p>
        </p:txBody>
      </p:sp>
      <p:pic>
        <p:nvPicPr>
          <p:cNvPr id="20" name="Picture 2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97700" y="5499100"/>
            <a:ext cx="596900" cy="584200"/>
          </a:xfrm>
          <a:prstGeom prst="rect">
            <a:avLst/>
          </a:prstGeom>
        </p:spPr>
      </p:pic>
      <p:sp>
        <p:nvSpPr>
          <p:cNvPr id="21" name="TextBox 21"/>
          <p:cNvSpPr txBox="true"/>
          <p:nvPr/>
        </p:nvSpPr>
        <p:spPr>
          <a:xfrm rot="0">
            <a:off x="6959600" y="5575300"/>
            <a:ext cx="6477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300" b="false" i="false" u="none" strike="noStrike">
                <a:solidFill>
                  <a:srgbClr val="333333"/>
                </a:solidFill>
                <a:latin typeface="Pretendard Bold"/>
              </a:rPr>
              <a:t>03</a:t>
            </a:r>
          </a:p>
        </p:txBody>
      </p:sp>
      <p:sp>
        <p:nvSpPr>
          <p:cNvPr id="22" name="TextBox 22"/>
          <p:cNvSpPr txBox="true"/>
          <p:nvPr/>
        </p:nvSpPr>
        <p:spPr>
          <a:xfrm rot="0">
            <a:off x="7950200" y="5930900"/>
            <a:ext cx="59436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웹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디자인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시안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및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웹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디자인의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포인트는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어떻게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구성되어있는가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.</a:t>
            </a:r>
          </a:p>
        </p:txBody>
      </p:sp>
      <p:sp>
        <p:nvSpPr>
          <p:cNvPr id="23" name="TextBox 23"/>
          <p:cNvSpPr txBox="true"/>
          <p:nvPr/>
        </p:nvSpPr>
        <p:spPr>
          <a:xfrm rot="0">
            <a:off x="7924800" y="5359400"/>
            <a:ext cx="57277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디자인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시안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구성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및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포인트</a:t>
            </a:r>
          </a:p>
        </p:txBody>
      </p:sp>
      <p:pic>
        <p:nvPicPr>
          <p:cNvPr id="25" name="Picture 2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97700" y="6845300"/>
            <a:ext cx="596900" cy="584200"/>
          </a:xfrm>
          <a:prstGeom prst="rect">
            <a:avLst/>
          </a:prstGeom>
        </p:spPr>
      </p:pic>
      <p:sp>
        <p:nvSpPr>
          <p:cNvPr id="26" name="TextBox 26"/>
          <p:cNvSpPr txBox="true"/>
          <p:nvPr/>
        </p:nvSpPr>
        <p:spPr>
          <a:xfrm rot="0">
            <a:off x="6959600" y="6921500"/>
            <a:ext cx="6477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300" b="false" i="false" u="none" strike="noStrike">
                <a:solidFill>
                  <a:srgbClr val="333333"/>
                </a:solidFill>
                <a:latin typeface="Pretendard Bold"/>
              </a:rPr>
              <a:t>04</a:t>
            </a:r>
          </a:p>
        </p:txBody>
      </p:sp>
      <p:sp>
        <p:nvSpPr>
          <p:cNvPr id="27" name="TextBox 27"/>
          <p:cNvSpPr txBox="true"/>
          <p:nvPr/>
        </p:nvSpPr>
        <p:spPr>
          <a:xfrm rot="0">
            <a:off x="7950200" y="7277100"/>
            <a:ext cx="59436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향후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어떻게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해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나갈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것인지와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그에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관련한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질의응답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.</a:t>
            </a:r>
          </a:p>
        </p:txBody>
      </p:sp>
      <p:sp>
        <p:nvSpPr>
          <p:cNvPr id="28" name="TextBox 28"/>
          <p:cNvSpPr txBox="true"/>
          <p:nvPr/>
        </p:nvSpPr>
        <p:spPr>
          <a:xfrm rot="0">
            <a:off x="7924800" y="6705600"/>
            <a:ext cx="47244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향후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계획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및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QNA</a:t>
            </a:r>
          </a:p>
        </p:txBody>
      </p:sp>
      <p:sp>
        <p:nvSpPr>
          <p:cNvPr id="29" name="TextBox 29"/>
          <p:cNvSpPr txBox="true"/>
          <p:nvPr/>
        </p:nvSpPr>
        <p:spPr>
          <a:xfrm rot="0">
            <a:off x="406400" y="9372600"/>
            <a:ext cx="22606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1800" b="false" i="false" u="none" strike="noStrike">
                <a:solidFill>
                  <a:srgbClr val="FFFFFF">
                    <a:alpha val="50196"/>
                  </a:srgbClr>
                </a:solidFill>
                <a:latin typeface="Pretendard Light"/>
              </a:rPr>
              <a:t>2</a:t>
            </a:r>
            <a:r>
              <a:rPr lang="ko-KR" sz="1800" b="false" i="false" u="none" strike="noStrike">
                <a:solidFill>
                  <a:srgbClr val="FFFFFF">
                    <a:alpha val="50196"/>
                  </a:srgbClr>
                </a:solidFill>
                <a:ea typeface="Pretendard Light"/>
              </a:rPr>
              <a:t>팀</a:t>
            </a:r>
            <a:r>
              <a:rPr lang="en-US" sz="1800" b="false" i="false" u="none" strike="noStrike">
                <a:solidFill>
                  <a:srgbClr val="FFFFFF">
                    <a:alpha val="50196"/>
                  </a:srgbClr>
                </a:solidFill>
                <a:latin typeface="Pretendard Light"/>
              </a:rPr>
              <a:t> - STEAM</a:t>
            </a:r>
          </a:p>
        </p:txBody>
      </p:sp>
      <p:sp>
        <p:nvSpPr>
          <p:cNvPr id="30" name="TextBox 30"/>
          <p:cNvSpPr txBox="true"/>
          <p:nvPr/>
        </p:nvSpPr>
        <p:spPr>
          <a:xfrm rot="0">
            <a:off x="1727200" y="1460500"/>
            <a:ext cx="31369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1300"/>
              </a:lnSpc>
            </a:pPr>
            <a:r>
              <a:rPr lang="ko-KR" sz="7000" b="false" i="false" u="none" strike="noStrike" spc="-300">
                <a:solidFill>
                  <a:srgbClr val="333333"/>
                </a:solidFill>
                <a:ea typeface="Pretendard Bold"/>
              </a:rPr>
              <a:t>목차</a:t>
            </a:r>
          </a:p>
        </p:txBody>
      </p:sp>
      <p:pic>
        <p:nvPicPr>
          <p:cNvPr id="31" name="Picture 3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979400" y="-698500"/>
            <a:ext cx="5816600" cy="5372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3136900" y="3238500"/>
            <a:ext cx="7785100" cy="7061200"/>
          </a:xfrm>
          <a:prstGeom prst="rect">
            <a:avLst/>
          </a:prstGeom>
        </p:spPr>
      </p:pic>
      <p:sp>
        <p:nvSpPr>
          <p:cNvPr id="3" name="TextBox 3"/>
          <p:cNvSpPr txBox="true"/>
          <p:nvPr/>
        </p:nvSpPr>
        <p:spPr>
          <a:xfrm rot="0">
            <a:off x="17259300" y="9601200"/>
            <a:ext cx="5588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333333"/>
                </a:solidFill>
                <a:latin typeface="Pretendard Medium"/>
              </a:rPr>
              <a:t>03</a:t>
            </a:r>
          </a:p>
        </p:txBody>
      </p:sp>
      <p:pic>
        <p:nvPicPr>
          <p:cNvPr id="4" name="Picture 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" y="0"/>
            <a:ext cx="1524000" cy="1016000"/>
          </a:xfrm>
          <a:prstGeom prst="rect">
            <a:avLst/>
          </a:prstGeom>
        </p:spPr>
      </p:pic>
      <p:sp>
        <p:nvSpPr>
          <p:cNvPr id="5" name="TextBox 5"/>
          <p:cNvSpPr txBox="true"/>
          <p:nvPr/>
        </p:nvSpPr>
        <p:spPr>
          <a:xfrm rot="0">
            <a:off x="1727200" y="800100"/>
            <a:ext cx="5651500" cy="850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1300"/>
              </a:lnSpc>
            </a:pPr>
            <a:r>
              <a:rPr lang="en-US" sz="4800" b="false" i="false" u="none" strike="noStrike" spc="-200">
                <a:solidFill>
                  <a:srgbClr val="333333"/>
                </a:solidFill>
                <a:latin typeface="Pretendard Bold"/>
              </a:rPr>
              <a:t>'STEAM' </a:t>
            </a:r>
            <a:r>
              <a:rPr lang="ko-KR" sz="4800" b="false" i="false" u="none" strike="noStrike" spc="-200">
                <a:solidFill>
                  <a:srgbClr val="333333"/>
                </a:solidFill>
                <a:ea typeface="Pretendard Bold"/>
              </a:rPr>
              <a:t>선택</a:t>
            </a:r>
            <a:r>
              <a:rPr lang="en-US" sz="4800" b="false" i="false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false" i="false" u="none" strike="noStrike" spc="-200">
                <a:solidFill>
                  <a:srgbClr val="333333"/>
                </a:solidFill>
                <a:ea typeface="Pretendard Bold"/>
              </a:rPr>
              <a:t>이유</a:t>
            </a:r>
          </a:p>
        </p:txBody>
      </p:sp>
      <p:sp>
        <p:nvSpPr>
          <p:cNvPr id="6" name="TextBox 6"/>
          <p:cNvSpPr txBox="true"/>
          <p:nvPr/>
        </p:nvSpPr>
        <p:spPr>
          <a:xfrm rot="0">
            <a:off x="1778000" y="609600"/>
            <a:ext cx="38608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01.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왜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'STEAM'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사이트를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채택하였는지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.</a:t>
            </a:r>
          </a:p>
        </p:txBody>
      </p:sp>
      <p:pic>
        <p:nvPicPr>
          <p:cNvPr id="7" name="Picture 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436100" y="1435100"/>
            <a:ext cx="7569200" cy="3670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true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0">
            <a:off x="9436100" y="1435100"/>
            <a:ext cx="7569200" cy="1041400"/>
          </a:xfrm>
          <a:prstGeom prst="rect">
            <a:avLst/>
          </a:prstGeom>
        </p:spPr>
      </p:pic>
      <p:sp>
        <p:nvSpPr>
          <p:cNvPr id="9" name="TextBox 9"/>
          <p:cNvSpPr txBox="true"/>
          <p:nvPr/>
        </p:nvSpPr>
        <p:spPr>
          <a:xfrm rot="0">
            <a:off x="10198100" y="1663700"/>
            <a:ext cx="41275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지저분한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내비게이션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바</a:t>
            </a:r>
          </a:p>
        </p:txBody>
      </p:sp>
      <p:sp>
        <p:nvSpPr>
          <p:cNvPr id="10" name="TextBox 10"/>
          <p:cNvSpPr txBox="true"/>
          <p:nvPr/>
        </p:nvSpPr>
        <p:spPr>
          <a:xfrm rot="0">
            <a:off x="9969500" y="2959100"/>
            <a:ext cx="6578600" cy="165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무작위로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어지럽게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나열되어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있는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글로벌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메뉴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바</a:t>
            </a:r>
          </a:p>
          <a:p>
            <a:pPr algn="l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복잡하게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되어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있음</a:t>
            </a:r>
          </a:p>
          <a:p>
            <a:pPr algn="l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글씨가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많이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작아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가독성이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현저히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떨어짐</a:t>
            </a:r>
          </a:p>
          <a:p>
            <a:pPr algn="l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눈에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띄는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문구가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전혀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없음</a:t>
            </a:r>
          </a:p>
        </p:txBody>
      </p:sp>
      <p:pic>
        <p:nvPicPr>
          <p:cNvPr id="12" name="Picture 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69400" y="1651000"/>
            <a:ext cx="622300" cy="622300"/>
          </a:xfrm>
          <a:prstGeom prst="rect">
            <a:avLst/>
          </a:prstGeom>
        </p:spPr>
      </p:pic>
      <p:sp>
        <p:nvSpPr>
          <p:cNvPr id="13" name="TextBox 13"/>
          <p:cNvSpPr txBox="true"/>
          <p:nvPr/>
        </p:nvSpPr>
        <p:spPr>
          <a:xfrm rot="0">
            <a:off x="9131300" y="1727200"/>
            <a:ext cx="6858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333333"/>
                </a:solidFill>
                <a:latin typeface="Pretendard Bold"/>
              </a:rPr>
              <a:t>01</a:t>
            </a:r>
          </a:p>
        </p:txBody>
      </p:sp>
      <p:pic>
        <p:nvPicPr>
          <p:cNvPr id="14" name="Picture 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423400" y="5537200"/>
            <a:ext cx="7569200" cy="3670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true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0">
            <a:off x="9436100" y="5537200"/>
            <a:ext cx="7569200" cy="1041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916400" y="0"/>
            <a:ext cx="1371600" cy="1409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19300" y="2514600"/>
            <a:ext cx="4927600" cy="7264400"/>
          </a:xfrm>
          <a:prstGeom prst="rect">
            <a:avLst/>
          </a:prstGeom>
        </p:spPr>
      </p:pic>
      <p:sp>
        <p:nvSpPr>
          <p:cNvPr id="18" name="TextBox 18"/>
          <p:cNvSpPr txBox="true"/>
          <p:nvPr/>
        </p:nvSpPr>
        <p:spPr>
          <a:xfrm rot="0">
            <a:off x="10198100" y="5765800"/>
            <a:ext cx="49403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사용자에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대한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배려심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부족</a:t>
            </a:r>
          </a:p>
        </p:txBody>
      </p:sp>
      <p:sp>
        <p:nvSpPr>
          <p:cNvPr id="19" name="TextBox 19"/>
          <p:cNvSpPr txBox="true"/>
          <p:nvPr/>
        </p:nvSpPr>
        <p:spPr>
          <a:xfrm rot="0">
            <a:off x="9969500" y="7061200"/>
            <a:ext cx="6578600" cy="165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처음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사이트를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이용하는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사용자에게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다소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어려움이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있음</a:t>
            </a:r>
          </a:p>
          <a:p>
            <a:pPr algn="l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어느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것에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손을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대야할지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감도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안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잡힘</a:t>
            </a:r>
          </a:p>
          <a:p>
            <a:pPr algn="l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로그인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페이지가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작게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되어있어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로그인하는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데에도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어려움이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있음</a:t>
            </a:r>
          </a:p>
        </p:txBody>
      </p:sp>
      <p:pic>
        <p:nvPicPr>
          <p:cNvPr id="21" name="Picture 2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69400" y="5753100"/>
            <a:ext cx="622300" cy="622300"/>
          </a:xfrm>
          <a:prstGeom prst="rect">
            <a:avLst/>
          </a:prstGeom>
        </p:spPr>
      </p:pic>
      <p:sp>
        <p:nvSpPr>
          <p:cNvPr id="22" name="TextBox 22"/>
          <p:cNvSpPr txBox="true"/>
          <p:nvPr/>
        </p:nvSpPr>
        <p:spPr>
          <a:xfrm rot="0">
            <a:off x="9131300" y="5829300"/>
            <a:ext cx="6858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333333"/>
                </a:solidFill>
                <a:latin typeface="Pretendard Bold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-3148965" y="3226435"/>
            <a:ext cx="7785735" cy="7061835"/>
          </a:xfrm>
          <a:prstGeom prst="rect"/>
          <a:noFill/>
        </p:spPr>
      </p:pic>
      <p:sp>
        <p:nvSpPr>
          <p:cNvPr id="3" name="Rect 0"/>
          <p:cNvSpPr txBox="1">
            <a:spLocks/>
          </p:cNvSpPr>
          <p:nvPr/>
        </p:nvSpPr>
        <p:spPr>
          <a:xfrm rot="0">
            <a:off x="17259300" y="9601200"/>
            <a:ext cx="559435" cy="35623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r">
              <a:lnSpc>
                <a:spcPct val="99600"/>
              </a:lnSpc>
              <a:buFontTx/>
              <a:buNone/>
            </a:pPr>
            <a:r>
              <a:rPr lang="en-US" sz="2000" i="0" b="0" strike="noStrike">
                <a:solidFill>
                  <a:srgbClr val="333333"/>
                </a:solidFill>
                <a:latin typeface="Pretendard Medium" charset="0"/>
              </a:rPr>
              <a:t>03</a:t>
            </a:r>
            <a:endParaRPr lang="ko-KR" altLang="en-US" sz="2000" i="0" b="0" strike="noStrike">
              <a:solidFill>
                <a:srgbClr val="333333"/>
              </a:solidFill>
              <a:latin typeface="Pretendard Medium" charset="0"/>
            </a:endParaRPr>
          </a:p>
        </p:txBody>
      </p:sp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-12700" y="0"/>
            <a:ext cx="1524635" cy="1016635"/>
          </a:xfrm>
          <a:prstGeom prst="rect"/>
          <a:noFill/>
        </p:spPr>
      </p:pic>
      <p:sp>
        <p:nvSpPr>
          <p:cNvPr id="5" name="Rect 0"/>
          <p:cNvSpPr txBox="1">
            <a:spLocks/>
          </p:cNvSpPr>
          <p:nvPr/>
        </p:nvSpPr>
        <p:spPr>
          <a:xfrm rot="0">
            <a:off x="1727200" y="800100"/>
            <a:ext cx="5652135" cy="85153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1300"/>
              </a:lnSpc>
              <a:buFontTx/>
              <a:buNone/>
            </a:pPr>
            <a:r>
              <a:rPr lang="ko-KR" sz="4800" spc="-190" i="0" b="0" strike="noStrike">
                <a:solidFill>
                  <a:srgbClr val="333333"/>
                </a:solidFill>
                <a:ea typeface="Pretendard Bold" charset="0"/>
              </a:rPr>
              <a:t>정보 구조 설계</a:t>
            </a:r>
            <a:endParaRPr lang="ko-KR" altLang="en-US" sz="4800" i="0" b="0" strike="noStrike">
              <a:solidFill>
                <a:srgbClr val="333333"/>
              </a:solidFill>
              <a:ea typeface="Pretendard Bold" charset="0"/>
            </a:endParaRPr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1778000" y="609600"/>
            <a:ext cx="3861435" cy="31813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1800" i="0" b="0" strike="noStrike">
                <a:solidFill>
                  <a:srgbClr val="B7C5CA"/>
                </a:solidFill>
                <a:latin typeface="Pretendard Medium" charset="0"/>
              </a:rPr>
              <a:t>0</a:t>
            </a:r>
            <a:r>
              <a:rPr lang="ko-KR" sz="1800" i="0" b="0" strike="noStrike">
                <a:solidFill>
                  <a:srgbClr val="B7C5CA"/>
                </a:solidFill>
                <a:latin typeface="Pretendard Medium" charset="0"/>
              </a:rPr>
              <a:t>2.</a:t>
            </a:r>
            <a:r>
              <a:rPr lang="ko-KR" sz="1800" i="0" b="0" strike="noStrike">
                <a:solidFill>
                  <a:srgbClr val="B7C5CA"/>
                </a:solidFill>
                <a:latin typeface="Pretendard Medium" charset="0"/>
              </a:rPr>
              <a:t> </a:t>
            </a:r>
            <a:r>
              <a:rPr lang="ko-KR" sz="1800" i="0" b="0" strike="noStrike">
                <a:solidFill>
                  <a:srgbClr val="B7C5CA"/>
                </a:solidFill>
                <a:latin typeface="Pretendard Medium" charset="0"/>
              </a:rPr>
              <a:t>정보구조설</a:t>
            </a:r>
            <a:r>
              <a:rPr lang="ko-KR" sz="1800" i="0" b="0" strike="noStrike">
                <a:solidFill>
                  <a:srgbClr val="B7C5CA"/>
                </a:solidFill>
                <a:latin typeface="Pretendard Medium" charset="0"/>
              </a:rPr>
              <a:t>계</a:t>
            </a:r>
            <a:endParaRPr lang="ko-KR" altLang="en-US" sz="1800" i="0" b="0" strike="noStrike">
              <a:solidFill>
                <a:srgbClr val="B7C5CA"/>
              </a:solidFill>
              <a:latin typeface="Pretendard Medium" charset="0"/>
            </a:endParaRPr>
          </a:p>
        </p:txBody>
      </p:sp>
      <p:pic>
        <p:nvPicPr>
          <p:cNvPr id="16" name="Picture 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6916400" y="0"/>
            <a:ext cx="1372235" cy="1410335"/>
          </a:xfrm>
          <a:prstGeom prst="rect"/>
          <a:noFill/>
        </p:spPr>
      </p:pic>
      <p:pic>
        <p:nvPicPr>
          <p:cNvPr id="17" name="그림 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595620" y="1276985"/>
            <a:ext cx="11339195" cy="86906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3136900" y="3238500"/>
            <a:ext cx="7785100" cy="7061200"/>
          </a:xfrm>
          <a:prstGeom prst="rect">
            <a:avLst/>
          </a:prstGeom>
        </p:spPr>
      </p:pic>
      <p:sp>
        <p:nvSpPr>
          <p:cNvPr id="3" name="TextBox 3"/>
          <p:cNvSpPr txBox="true"/>
          <p:nvPr/>
        </p:nvSpPr>
        <p:spPr>
          <a:xfrm rot="0">
            <a:off x="17259300" y="9601200"/>
            <a:ext cx="5588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333333"/>
                </a:solidFill>
                <a:latin typeface="Pretendard Medium"/>
              </a:rPr>
              <a:t>04</a:t>
            </a:r>
          </a:p>
        </p:txBody>
      </p:sp>
      <p:pic>
        <p:nvPicPr>
          <p:cNvPr id="4" name="Picture 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" y="0"/>
            <a:ext cx="1524000" cy="1016000"/>
          </a:xfrm>
          <a:prstGeom prst="rect">
            <a:avLst/>
          </a:prstGeom>
        </p:spPr>
      </p:pic>
      <p:sp>
        <p:nvSpPr>
          <p:cNvPr id="5" name="TextBox 5"/>
          <p:cNvSpPr txBox="true"/>
          <p:nvPr/>
        </p:nvSpPr>
        <p:spPr>
          <a:xfrm rot="0">
            <a:off x="1727200" y="901700"/>
            <a:ext cx="12179300" cy="850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1300"/>
              </a:lnSpc>
            </a:pPr>
            <a:r>
              <a:rPr lang="ko-KR" sz="4800" b="false" i="false" u="none" strike="noStrike" spc="-200">
                <a:solidFill>
                  <a:srgbClr val="333333"/>
                </a:solidFill>
                <a:ea typeface="Pretendard Bold"/>
              </a:rPr>
              <a:t>정보구조설계</a:t>
            </a:r>
            <a:r>
              <a:rPr lang="en-US" sz="4800" b="false" i="false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false" i="false" u="none" strike="noStrike" spc="-200">
                <a:solidFill>
                  <a:srgbClr val="333333"/>
                </a:solidFill>
                <a:ea typeface="Pretendard Bold"/>
              </a:rPr>
              <a:t>및</a:t>
            </a:r>
            <a:r>
              <a:rPr lang="en-US" sz="4800" b="false" i="false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false" i="false" u="none" strike="noStrike" spc="-200">
                <a:solidFill>
                  <a:srgbClr val="333333"/>
                </a:solidFill>
                <a:ea typeface="Pretendard Bold"/>
              </a:rPr>
              <a:t>와이어프레임</a:t>
            </a:r>
            <a:r>
              <a:rPr lang="en-US" sz="4800" b="false" i="false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false" i="false" u="none" strike="noStrike" spc="-200">
                <a:solidFill>
                  <a:srgbClr val="333333"/>
                </a:solidFill>
                <a:ea typeface="Pretendard Bold"/>
              </a:rPr>
              <a:t>제작</a:t>
            </a:r>
            <a:r>
              <a:rPr lang="en-US" sz="4800" b="false" i="false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false" i="false" u="none" strike="noStrike" spc="-200">
                <a:solidFill>
                  <a:srgbClr val="333333"/>
                </a:solidFill>
                <a:ea typeface="Pretendard Bold"/>
              </a:rPr>
              <a:t>의도</a:t>
            </a:r>
          </a:p>
        </p:txBody>
      </p:sp>
      <p:sp>
        <p:nvSpPr>
          <p:cNvPr id="6" name="TextBox 6"/>
          <p:cNvSpPr txBox="true"/>
          <p:nvPr/>
        </p:nvSpPr>
        <p:spPr>
          <a:xfrm rot="0">
            <a:off x="1727200" y="685800"/>
            <a:ext cx="61595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02.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정보구조설계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및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와이어프레임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페이지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설계한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의도는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무엇인가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.</a:t>
            </a:r>
          </a:p>
        </p:txBody>
      </p:sp>
      <p:pic>
        <p:nvPicPr>
          <p:cNvPr id="7" name="Picture 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24000" y="2197100"/>
            <a:ext cx="7569200" cy="3670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true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0">
            <a:off x="1536700" y="2197100"/>
            <a:ext cx="7569200" cy="1041400"/>
          </a:xfrm>
          <a:prstGeom prst="rect">
            <a:avLst/>
          </a:prstGeom>
        </p:spPr>
      </p:pic>
      <p:sp>
        <p:nvSpPr>
          <p:cNvPr id="9" name="TextBox 9"/>
          <p:cNvSpPr txBox="true"/>
          <p:nvPr/>
        </p:nvSpPr>
        <p:spPr>
          <a:xfrm rot="0">
            <a:off x="2298700" y="2425700"/>
            <a:ext cx="41275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정보구조설계</a:t>
            </a:r>
          </a:p>
        </p:txBody>
      </p:sp>
      <p:sp>
        <p:nvSpPr>
          <p:cNvPr id="10" name="TextBox 10"/>
          <p:cNvSpPr txBox="true"/>
          <p:nvPr/>
        </p:nvSpPr>
        <p:spPr>
          <a:xfrm rot="0">
            <a:off x="2070100" y="3924300"/>
            <a:ext cx="6578600" cy="1231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HEADER, CONTENTS, FOOTER 3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가지를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사용</a:t>
            </a:r>
          </a:p>
          <a:p>
            <a:pPr algn="l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HEADER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안에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NAVIGATION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을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추가</a:t>
            </a:r>
          </a:p>
          <a:p>
            <a:pPr algn="l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CONTENTS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안에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SECTION 3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가지를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나뉘었음</a:t>
            </a:r>
          </a:p>
        </p:txBody>
      </p:sp>
      <p:pic>
        <p:nvPicPr>
          <p:cNvPr id="12" name="Picture 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2413000"/>
            <a:ext cx="622300" cy="622300"/>
          </a:xfrm>
          <a:prstGeom prst="rect">
            <a:avLst/>
          </a:prstGeom>
        </p:spPr>
      </p:pic>
      <p:sp>
        <p:nvSpPr>
          <p:cNvPr id="13" name="TextBox 13"/>
          <p:cNvSpPr txBox="true"/>
          <p:nvPr/>
        </p:nvSpPr>
        <p:spPr>
          <a:xfrm rot="0">
            <a:off x="1231900" y="2489200"/>
            <a:ext cx="6858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333333"/>
                </a:solidFill>
                <a:latin typeface="Pretendard Bold"/>
              </a:rPr>
              <a:t>01</a:t>
            </a:r>
          </a:p>
        </p:txBody>
      </p:sp>
      <p:pic>
        <p:nvPicPr>
          <p:cNvPr id="14" name="Picture 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24000" y="6299200"/>
            <a:ext cx="7569200" cy="3670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true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0">
            <a:off x="1536700" y="6299200"/>
            <a:ext cx="7569200" cy="1041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916400" y="0"/>
            <a:ext cx="1371600" cy="1409700"/>
          </a:xfrm>
          <a:prstGeom prst="rect">
            <a:avLst/>
          </a:prstGeom>
        </p:spPr>
      </p:pic>
      <p:sp>
        <p:nvSpPr>
          <p:cNvPr id="17" name="TextBox 17"/>
          <p:cNvSpPr txBox="true"/>
          <p:nvPr/>
        </p:nvSpPr>
        <p:spPr>
          <a:xfrm rot="0">
            <a:off x="2298700" y="6527800"/>
            <a:ext cx="41275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INDEX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및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내비게이션</a:t>
            </a:r>
          </a:p>
        </p:txBody>
      </p:sp>
      <p:sp>
        <p:nvSpPr>
          <p:cNvPr id="18" name="TextBox 18"/>
          <p:cNvSpPr txBox="1">
            <a:spLocks/>
          </p:cNvSpPr>
          <p:nvPr/>
        </p:nvSpPr>
        <p:spPr>
          <a:xfrm rot="0">
            <a:off x="2070100" y="7353300"/>
            <a:ext cx="6566535" cy="256603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로그인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전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/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후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페이지</a:t>
            </a:r>
            <a:endParaRPr lang="ko-KR" altLang="en-US" sz="1700" i="0" b="0" strike="noStrike">
              <a:solidFill>
                <a:srgbClr val="333333"/>
              </a:solidFill>
              <a:ea typeface="Pretendard Light" charset="0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마이페이지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-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프로필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-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프로필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수정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,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보관함</a:t>
            </a:r>
            <a:endParaRPr lang="ko-KR" altLang="en-US" sz="1700" i="0" b="0" strike="noStrike">
              <a:solidFill>
                <a:srgbClr val="333333"/>
              </a:solidFill>
              <a:ea typeface="Pretendard Light" charset="0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스토어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-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게임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카테고리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-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게임정보창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,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구매창</a:t>
            </a:r>
            <a:endParaRPr lang="ko-KR" altLang="en-US" sz="1700" i="0" b="0" strike="noStrike">
              <a:solidFill>
                <a:srgbClr val="333333"/>
              </a:solidFill>
              <a:ea typeface="Pretendard Light" charset="0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랭킹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 </a:t>
            </a:r>
            <a:endParaRPr lang="ko-KR" altLang="en-US" sz="1700" i="0" b="0" strike="noStrike">
              <a:solidFill>
                <a:srgbClr val="333333"/>
              </a:solidFill>
              <a:latin typeface="Pretendard Light" charset="0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커뮤니티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-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뉴스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(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새로운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소식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),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리뷰</a:t>
            </a:r>
            <a:endParaRPr lang="ko-KR" altLang="en-US" sz="1700" i="0" b="0" strike="noStrike">
              <a:solidFill>
                <a:srgbClr val="333333"/>
              </a:solidFill>
              <a:ea typeface="Pretendard Light" charset="0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고객센터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- QNA,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공지사항</a:t>
            </a:r>
            <a:endParaRPr lang="ko-KR" altLang="en-US" sz="1700" i="0" b="0" strike="noStrike">
              <a:solidFill>
                <a:srgbClr val="333333"/>
              </a:solidFill>
              <a:ea typeface="Pretendard Light" charset="0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브랜드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소개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 </a:t>
            </a:r>
            <a:endParaRPr lang="ko-KR" altLang="en-US" sz="1700" i="0" b="0" strike="noStrike">
              <a:solidFill>
                <a:srgbClr val="333333"/>
              </a:solidFill>
              <a:latin typeface="Pretendard Light" charset="0"/>
            </a:endParaRPr>
          </a:p>
        </p:txBody>
      </p:sp>
      <p:pic>
        <p:nvPicPr>
          <p:cNvPr id="20" name="Picture 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0000" y="6515100"/>
            <a:ext cx="622300" cy="622300"/>
          </a:xfrm>
          <a:prstGeom prst="rect">
            <a:avLst/>
          </a:prstGeom>
        </p:spPr>
      </p:pic>
      <p:sp>
        <p:nvSpPr>
          <p:cNvPr id="21" name="TextBox 21"/>
          <p:cNvSpPr txBox="true"/>
          <p:nvPr/>
        </p:nvSpPr>
        <p:spPr>
          <a:xfrm rot="0">
            <a:off x="1219200" y="6591300"/>
            <a:ext cx="6858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333333"/>
                </a:solidFill>
                <a:latin typeface="Pretendard Bold"/>
              </a:rPr>
              <a:t>02</a:t>
            </a:r>
          </a:p>
        </p:txBody>
      </p:sp>
      <p:pic>
        <p:nvPicPr>
          <p:cNvPr id="22" name="Picture 2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918700" y="4076700"/>
            <a:ext cx="7569200" cy="3670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true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0">
            <a:off x="9918700" y="4076700"/>
            <a:ext cx="7569200" cy="1041400"/>
          </a:xfrm>
          <a:prstGeom prst="rect">
            <a:avLst/>
          </a:prstGeom>
        </p:spPr>
      </p:pic>
      <p:sp>
        <p:nvSpPr>
          <p:cNvPr id="24" name="TextBox 24"/>
          <p:cNvSpPr txBox="true"/>
          <p:nvPr/>
        </p:nvSpPr>
        <p:spPr>
          <a:xfrm rot="0">
            <a:off x="10693400" y="4305300"/>
            <a:ext cx="41275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와이어프레임</a:t>
            </a:r>
          </a:p>
        </p:txBody>
      </p:sp>
      <p:pic>
        <p:nvPicPr>
          <p:cNvPr id="26" name="Picture 2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664700" y="4292600"/>
            <a:ext cx="622300" cy="622300"/>
          </a:xfrm>
          <a:prstGeom prst="rect">
            <a:avLst/>
          </a:prstGeom>
        </p:spPr>
      </p:pic>
      <p:sp>
        <p:nvSpPr>
          <p:cNvPr id="27" name="TextBox 27"/>
          <p:cNvSpPr txBox="true"/>
          <p:nvPr/>
        </p:nvSpPr>
        <p:spPr>
          <a:xfrm rot="0">
            <a:off x="9613900" y="4381500"/>
            <a:ext cx="6858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333333"/>
                </a:solidFill>
                <a:latin typeface="Pretendard Bold"/>
              </a:rPr>
              <a:t>03</a:t>
            </a:r>
          </a:p>
        </p:txBody>
      </p:sp>
      <p:sp>
        <p:nvSpPr>
          <p:cNvPr id="28" name="TextBox 28"/>
          <p:cNvSpPr txBox="true"/>
          <p:nvPr/>
        </p:nvSpPr>
        <p:spPr>
          <a:xfrm rot="0">
            <a:off x="10515600" y="5854700"/>
            <a:ext cx="6578600" cy="1231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불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필요한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글로벌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메뉴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과감히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삭제</a:t>
            </a:r>
          </a:p>
          <a:p>
            <a:pPr algn="l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'FIGMA'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를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통해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타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게임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사이트들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벤치마킹</a:t>
            </a:r>
          </a:p>
          <a:p>
            <a:pPr algn="l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메인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메뉴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및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서브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메뉴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당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각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10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개씩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벤치마킹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-482600" y="1676400"/>
            <a:ext cx="7912100" cy="9537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" y="0"/>
            <a:ext cx="1524000" cy="101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22300" y="0"/>
            <a:ext cx="4965700" cy="10287000"/>
          </a:xfrm>
          <a:prstGeom prst="rect">
            <a:avLst/>
          </a:prstGeom>
        </p:spPr>
      </p:pic>
      <p:sp>
        <p:nvSpPr>
          <p:cNvPr id="5" name="TextBox 5"/>
          <p:cNvSpPr txBox="true"/>
          <p:nvPr/>
        </p:nvSpPr>
        <p:spPr>
          <a:xfrm rot="0">
            <a:off x="17259300" y="9601200"/>
            <a:ext cx="5588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Medium"/>
              </a:rPr>
              <a:t>05</a:t>
            </a:r>
          </a:p>
        </p:txBody>
      </p:sp>
      <p:pic>
        <p:nvPicPr>
          <p:cNvPr id="6" name="Picture 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87400" y="4013200"/>
            <a:ext cx="5588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47100" y="1295400"/>
            <a:ext cx="9740900" cy="927100"/>
          </a:xfrm>
          <a:prstGeom prst="rect">
            <a:avLst/>
          </a:prstGeom>
        </p:spPr>
      </p:pic>
      <p:sp>
        <p:nvSpPr>
          <p:cNvPr id="8" name="TextBox 8"/>
          <p:cNvSpPr txBox="true"/>
          <p:nvPr/>
        </p:nvSpPr>
        <p:spPr>
          <a:xfrm rot="0">
            <a:off x="1625600" y="800100"/>
            <a:ext cx="6477000" cy="850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1300"/>
              </a:lnSpc>
            </a:pPr>
            <a:r>
              <a:rPr lang="ko-KR" sz="4800" b="false" i="false" u="none" strike="noStrike" spc="-200">
                <a:solidFill>
                  <a:srgbClr val="333333"/>
                </a:solidFill>
                <a:ea typeface="Pretendard Bold"/>
              </a:rPr>
              <a:t>디자인</a:t>
            </a:r>
            <a:r>
              <a:rPr lang="en-US" sz="4800" b="false" i="false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false" i="false" u="none" strike="noStrike" spc="-200">
                <a:solidFill>
                  <a:srgbClr val="333333"/>
                </a:solidFill>
                <a:ea typeface="Pretendard Bold"/>
              </a:rPr>
              <a:t>시안</a:t>
            </a:r>
            <a:r>
              <a:rPr lang="en-US" sz="4800" b="false" i="false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false" i="false" u="none" strike="noStrike" spc="-200">
                <a:solidFill>
                  <a:srgbClr val="333333"/>
                </a:solidFill>
                <a:ea typeface="Pretendard Bold"/>
              </a:rPr>
              <a:t>구성</a:t>
            </a:r>
            <a:r>
              <a:rPr lang="en-US" sz="4800" b="false" i="false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false" i="false" u="none" strike="noStrike" spc="-200">
                <a:solidFill>
                  <a:srgbClr val="333333"/>
                </a:solidFill>
                <a:ea typeface="Pretendard Bold"/>
              </a:rPr>
              <a:t>및</a:t>
            </a:r>
            <a:r>
              <a:rPr lang="en-US" sz="4800" b="false" i="false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false" i="false" u="none" strike="noStrike" spc="-200">
                <a:solidFill>
                  <a:srgbClr val="333333"/>
                </a:solidFill>
                <a:ea typeface="Pretendard Bold"/>
              </a:rPr>
              <a:t>포인트</a:t>
            </a:r>
          </a:p>
        </p:txBody>
      </p:sp>
      <p:sp>
        <p:nvSpPr>
          <p:cNvPr id="9" name="TextBox 9"/>
          <p:cNvSpPr txBox="true"/>
          <p:nvPr/>
        </p:nvSpPr>
        <p:spPr>
          <a:xfrm rot="0">
            <a:off x="1676400" y="558800"/>
            <a:ext cx="63500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03.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웹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디자인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시안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및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웹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디자인의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포인트는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어떻게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구성되어있는가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.</a:t>
            </a:r>
          </a:p>
        </p:txBody>
      </p:sp>
      <p:pic>
        <p:nvPicPr>
          <p:cNvPr id="10" name="Picture 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176500" y="3670300"/>
            <a:ext cx="660400" cy="660400"/>
          </a:xfrm>
          <a:prstGeom prst="rect">
            <a:avLst/>
          </a:prstGeom>
        </p:spPr>
      </p:pic>
      <p:sp>
        <p:nvSpPr>
          <p:cNvPr id="11" name="TextBox 11"/>
          <p:cNvSpPr txBox="true"/>
          <p:nvPr/>
        </p:nvSpPr>
        <p:spPr>
          <a:xfrm rot="0">
            <a:off x="15278100" y="3797300"/>
            <a:ext cx="4445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 spc="-100">
                <a:solidFill>
                  <a:srgbClr val="FFFFFF"/>
                </a:solidFill>
                <a:latin typeface="Hallym Gothic Regular"/>
              </a:rPr>
              <a:t>1</a:t>
            </a:r>
          </a:p>
        </p:txBody>
      </p:sp>
      <p:sp>
        <p:nvSpPr>
          <p:cNvPr id="12" name="TextBox 12"/>
          <p:cNvSpPr txBox="true"/>
          <p:nvPr/>
        </p:nvSpPr>
        <p:spPr>
          <a:xfrm rot="0">
            <a:off x="8496300" y="3949700"/>
            <a:ext cx="6324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7899"/>
              </a:lnSpc>
            </a:pP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ADOBE AI 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사이트를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이용한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배경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이미지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추출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및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제작</a:t>
            </a:r>
          </a:p>
        </p:txBody>
      </p:sp>
      <p:sp>
        <p:nvSpPr>
          <p:cNvPr id="13" name="TextBox 13"/>
          <p:cNvSpPr txBox="true"/>
          <p:nvPr/>
        </p:nvSpPr>
        <p:spPr>
          <a:xfrm rot="0">
            <a:off x="9588500" y="1460500"/>
            <a:ext cx="77216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FFFFFF"/>
                </a:solidFill>
                <a:ea typeface="Pretendard Medium"/>
              </a:rPr>
              <a:t>리모델링</a:t>
            </a:r>
            <a:r>
              <a:rPr lang="en-US" sz="3200" b="false" i="false" u="none" strike="noStrike">
                <a:solidFill>
                  <a:srgbClr val="FFFFFF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FFFFFF"/>
                </a:solidFill>
                <a:ea typeface="Pretendard Medium"/>
              </a:rPr>
              <a:t>한</a:t>
            </a:r>
            <a:r>
              <a:rPr lang="en-US" sz="3200" b="false" i="false" u="none" strike="noStrike">
                <a:solidFill>
                  <a:srgbClr val="FFFFFF"/>
                </a:solidFill>
                <a:latin typeface="Pretendard Medium"/>
              </a:rPr>
              <a:t> 'STEAM' </a:t>
            </a:r>
            <a:r>
              <a:rPr lang="ko-KR" sz="3200" b="false" i="false" u="none" strike="noStrike">
                <a:solidFill>
                  <a:srgbClr val="FFFFFF"/>
                </a:solidFill>
                <a:ea typeface="Pretendard Medium"/>
              </a:rPr>
              <a:t>사이트의</a:t>
            </a:r>
            <a:r>
              <a:rPr lang="en-US" sz="3200" b="false" i="false" u="none" strike="noStrike">
                <a:solidFill>
                  <a:srgbClr val="FFFFFF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FFFFFF"/>
                </a:solidFill>
                <a:ea typeface="Pretendard Medium"/>
              </a:rPr>
              <a:t>특징</a:t>
            </a:r>
          </a:p>
        </p:txBody>
      </p:sp>
      <p:sp>
        <p:nvSpPr>
          <p:cNvPr id="14" name="TextBox 14"/>
          <p:cNvSpPr txBox="true"/>
          <p:nvPr/>
        </p:nvSpPr>
        <p:spPr>
          <a:xfrm rot="0">
            <a:off x="1727200" y="4622800"/>
            <a:ext cx="4051300" cy="3733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FFFFFF"/>
                </a:solidFill>
                <a:latin typeface="Pretendard Light"/>
              </a:rPr>
              <a:t>CONCEPT</a:t>
            </a:r>
          </a:p>
          <a:p>
            <a:pPr algn="l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FFFFFF"/>
                </a:solidFill>
                <a:latin typeface="Pretendard Light"/>
              </a:rPr>
              <a:t>-</a:t>
            </a:r>
            <a:r>
              <a:rPr lang="ko-KR" sz="2600" b="false" i="false" u="none" strike="noStrike" spc="-100">
                <a:solidFill>
                  <a:srgbClr val="FFFFFF"/>
                </a:solidFill>
                <a:ea typeface="Pretendard Light"/>
              </a:rPr>
              <a:t>미래지향적</a:t>
            </a:r>
            <a:r>
              <a:rPr lang="en-US" sz="2600" b="false" i="false" u="none" strike="noStrike" spc="-100">
                <a:solidFill>
                  <a:srgbClr val="FFFFFF"/>
                </a:solidFill>
                <a:latin typeface="Pretendard Light"/>
              </a:rPr>
              <a:t>, </a:t>
            </a:r>
            <a:r>
              <a:rPr lang="ko-KR" sz="2600" b="false" i="false" u="none" strike="noStrike" spc="-100">
                <a:solidFill>
                  <a:srgbClr val="FFFFFF"/>
                </a:solidFill>
                <a:ea typeface="Pretendard Light"/>
              </a:rPr>
              <a:t>사이버틱</a:t>
            </a:r>
            <a:r>
              <a:rPr lang="en-US" sz="2600" b="false" i="false" u="none" strike="noStrike" spc="-100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600" b="false" i="false" u="none" strike="noStrike" spc="-100">
                <a:solidFill>
                  <a:srgbClr val="FFFFFF"/>
                </a:solidFill>
                <a:ea typeface="Pretendard Light"/>
              </a:rPr>
              <a:t>요소</a:t>
            </a:r>
          </a:p>
          <a:p>
            <a:pPr algn="l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FFFFFF"/>
                </a:solidFill>
                <a:latin typeface="Pretendard Light"/>
              </a:rPr>
              <a:t/>
            </a:r>
          </a:p>
          <a:p>
            <a:pPr algn="l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FFFFFF"/>
                </a:solidFill>
                <a:latin typeface="Pretendard Light"/>
              </a:rPr>
              <a:t>SITE COLOR</a:t>
            </a:r>
          </a:p>
          <a:p>
            <a:pPr algn="l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FFFFFF"/>
                </a:solidFill>
                <a:latin typeface="Pretendard Light"/>
              </a:rPr>
              <a:t>MAIN: </a:t>
            </a:r>
            <a:r>
              <a:rPr lang="ko-KR" sz="2600" b="false" i="false" u="none" strike="noStrike" spc="-100">
                <a:solidFill>
                  <a:srgbClr val="FFFFFF"/>
                </a:solidFill>
                <a:ea typeface="Pretendard Light"/>
              </a:rPr>
              <a:t>보라</a:t>
            </a:r>
          </a:p>
          <a:p>
            <a:pPr algn="l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FFFFFF"/>
                </a:solidFill>
                <a:latin typeface="Pretendard Light"/>
              </a:rPr>
              <a:t>SUB: </a:t>
            </a:r>
            <a:r>
              <a:rPr lang="ko-KR" sz="2600" b="false" i="false" u="none" strike="noStrike" spc="-100">
                <a:solidFill>
                  <a:srgbClr val="FFFFFF"/>
                </a:solidFill>
                <a:ea typeface="Pretendard Light"/>
              </a:rPr>
              <a:t>남색</a:t>
            </a:r>
          </a:p>
          <a:p>
            <a:pPr algn="l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FFFFFF"/>
                </a:solidFill>
                <a:latin typeface="Pretendard Light"/>
              </a:rPr>
              <a:t>POINT: </a:t>
            </a:r>
            <a:r>
              <a:rPr lang="ko-KR" sz="2600" b="false" i="false" u="none" strike="noStrike" spc="-100">
                <a:solidFill>
                  <a:srgbClr val="FFFFFF"/>
                </a:solidFill>
                <a:ea typeface="Pretendard Light"/>
              </a:rPr>
              <a:t>검정</a:t>
            </a:r>
          </a:p>
        </p:txBody>
      </p:sp>
      <p:pic>
        <p:nvPicPr>
          <p:cNvPr id="15" name="Picture 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376400" y="5956300"/>
            <a:ext cx="660400" cy="660400"/>
          </a:xfrm>
          <a:prstGeom prst="rect">
            <a:avLst/>
          </a:prstGeom>
        </p:spPr>
      </p:pic>
      <p:sp>
        <p:nvSpPr>
          <p:cNvPr id="16" name="TextBox 16"/>
          <p:cNvSpPr txBox="true"/>
          <p:nvPr/>
        </p:nvSpPr>
        <p:spPr>
          <a:xfrm rot="0">
            <a:off x="14490700" y="6096000"/>
            <a:ext cx="4445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 spc="-100">
                <a:solidFill>
                  <a:srgbClr val="FFFFFF"/>
                </a:solidFill>
                <a:latin typeface="Hallym Gothic Regular"/>
              </a:rPr>
              <a:t>2</a:t>
            </a:r>
          </a:p>
        </p:txBody>
      </p:sp>
      <p:sp>
        <p:nvSpPr>
          <p:cNvPr id="17" name="TextBox 17"/>
          <p:cNvSpPr txBox="true"/>
          <p:nvPr/>
        </p:nvSpPr>
        <p:spPr>
          <a:xfrm rot="0">
            <a:off x="8077200" y="6045200"/>
            <a:ext cx="58674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7899"/>
              </a:lnSpc>
            </a:pP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사이트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배경에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도형을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덧대고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,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투명도를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60%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로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하여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배경의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쩅한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느낌을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조금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죽여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가독성을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높임</a:t>
            </a:r>
          </a:p>
        </p:txBody>
      </p:sp>
      <p:pic>
        <p:nvPicPr>
          <p:cNvPr id="18" name="Picture 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639800" y="8115300"/>
            <a:ext cx="660400" cy="660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054600" y="8585200"/>
            <a:ext cx="558800" cy="406400"/>
          </a:xfrm>
          <a:prstGeom prst="rect">
            <a:avLst/>
          </a:prstGeom>
        </p:spPr>
      </p:pic>
      <p:sp>
        <p:nvSpPr>
          <p:cNvPr id="20" name="TextBox 20"/>
          <p:cNvSpPr txBox="true"/>
          <p:nvPr/>
        </p:nvSpPr>
        <p:spPr>
          <a:xfrm rot="0">
            <a:off x="13741400" y="8255000"/>
            <a:ext cx="4445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 spc="-100">
                <a:solidFill>
                  <a:srgbClr val="FFFFFF"/>
                </a:solidFill>
                <a:latin typeface="Hallym Gothic Regular"/>
              </a:rPr>
              <a:t>3</a:t>
            </a:r>
          </a:p>
        </p:txBody>
      </p:sp>
      <p:sp>
        <p:nvSpPr>
          <p:cNvPr id="21" name="TextBox 21"/>
          <p:cNvSpPr txBox="true"/>
          <p:nvPr/>
        </p:nvSpPr>
        <p:spPr>
          <a:xfrm rot="0">
            <a:off x="7467600" y="8051800"/>
            <a:ext cx="58674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07899"/>
              </a:lnSpc>
            </a:pP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내비게이션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바가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한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눈에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들어올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수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있도록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큼지막하게디자인하였음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57277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7988300"/>
            <a:ext cx="2044700" cy="2311400"/>
          </a:xfrm>
          <a:prstGeom prst="rect">
            <a:avLst/>
          </a:prstGeom>
        </p:spPr>
      </p:pic>
      <p:sp>
        <p:nvSpPr>
          <p:cNvPr id="4" name="TextBox 4"/>
          <p:cNvSpPr txBox="true"/>
          <p:nvPr/>
        </p:nvSpPr>
        <p:spPr>
          <a:xfrm rot="0">
            <a:off x="7480300" y="1473200"/>
            <a:ext cx="6794500" cy="850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1300"/>
              </a:lnSpc>
            </a:pPr>
            <a:r>
              <a:rPr lang="ko-KR" sz="4800" b="false" i="false" u="none" strike="noStrike" spc="-200">
                <a:solidFill>
                  <a:srgbClr val="333333"/>
                </a:solidFill>
                <a:ea typeface="Pretendard Bold"/>
              </a:rPr>
              <a:t>향후</a:t>
            </a:r>
            <a:r>
              <a:rPr lang="en-US" sz="4800" b="false" i="false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false" i="false" u="none" strike="noStrike" spc="-200">
                <a:solidFill>
                  <a:srgbClr val="333333"/>
                </a:solidFill>
                <a:ea typeface="Pretendard Bold"/>
              </a:rPr>
              <a:t>계획</a:t>
            </a:r>
            <a:r>
              <a:rPr lang="en-US" sz="4800" b="false" i="false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false" i="false" u="none" strike="noStrike" spc="-200">
                <a:solidFill>
                  <a:srgbClr val="333333"/>
                </a:solidFill>
                <a:ea typeface="Pretendard Bold"/>
              </a:rPr>
              <a:t>및</a:t>
            </a:r>
            <a:r>
              <a:rPr lang="en-US" sz="4800" b="false" i="false" u="none" strike="noStrike" spc="-200">
                <a:solidFill>
                  <a:srgbClr val="333333"/>
                </a:solidFill>
                <a:latin typeface="Pretendard Bold"/>
              </a:rPr>
              <a:t> QNA</a:t>
            </a:r>
          </a:p>
        </p:txBody>
      </p:sp>
      <p:sp>
        <p:nvSpPr>
          <p:cNvPr id="5" name="TextBox 5"/>
          <p:cNvSpPr txBox="true"/>
          <p:nvPr/>
        </p:nvSpPr>
        <p:spPr>
          <a:xfrm rot="0">
            <a:off x="7531100" y="1219200"/>
            <a:ext cx="55499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04.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향후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어떻게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해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나갈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것인지와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그에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관련한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false" i="false" u="none" strike="noStrike">
                <a:solidFill>
                  <a:srgbClr val="B7C5CA"/>
                </a:solidFill>
                <a:ea typeface="Pretendard Medium"/>
              </a:rPr>
              <a:t>질의응답</a:t>
            </a: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.</a:t>
            </a:r>
          </a:p>
        </p:txBody>
      </p:sp>
      <p:pic>
        <p:nvPicPr>
          <p:cNvPr id="6" name="Picture 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130800" y="3352800"/>
            <a:ext cx="11379200" cy="927100"/>
          </a:xfrm>
          <a:prstGeom prst="rect">
            <a:avLst/>
          </a:prstGeom>
        </p:spPr>
      </p:pic>
      <p:sp>
        <p:nvSpPr>
          <p:cNvPr id="7" name="TextBox 7"/>
          <p:cNvSpPr txBox="true"/>
          <p:nvPr/>
        </p:nvSpPr>
        <p:spPr>
          <a:xfrm rot="0">
            <a:off x="7454900" y="3517900"/>
            <a:ext cx="72517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FFFFFF"/>
                </a:solidFill>
                <a:ea typeface="Pretendard Medium"/>
              </a:rPr>
              <a:t>앞으로의</a:t>
            </a:r>
            <a:r>
              <a:rPr lang="en-US" sz="3200" b="false" i="false" u="none" strike="noStrike">
                <a:solidFill>
                  <a:srgbClr val="FFFFFF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FFFFFF"/>
                </a:solidFill>
                <a:ea typeface="Pretendard Medium"/>
              </a:rPr>
              <a:t>계획</a:t>
            </a:r>
            <a:r>
              <a:rPr lang="en-US" sz="3200" b="false" i="false" u="none" strike="noStrike">
                <a:solidFill>
                  <a:srgbClr val="FFFFFF"/>
                </a:solidFill>
                <a:latin typeface="Pretendard Medium"/>
              </a:rPr>
              <a:t>?</a:t>
            </a:r>
          </a:p>
        </p:txBody>
      </p:sp>
      <p:pic>
        <p:nvPicPr>
          <p:cNvPr id="8" name="Picture 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727700" y="0"/>
            <a:ext cx="1524000" cy="101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916400" y="0"/>
            <a:ext cx="1371600" cy="1409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80300" y="5041900"/>
            <a:ext cx="419100" cy="35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80300" y="6489700"/>
            <a:ext cx="419100" cy="355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80300" y="7874000"/>
            <a:ext cx="419100" cy="355600"/>
          </a:xfrm>
          <a:prstGeom prst="rect">
            <a:avLst/>
          </a:prstGeom>
        </p:spPr>
      </p:pic>
      <p:sp>
        <p:nvSpPr>
          <p:cNvPr id="13" name="TextBox 13"/>
          <p:cNvSpPr txBox="true"/>
          <p:nvPr/>
        </p:nvSpPr>
        <p:spPr>
          <a:xfrm rot="0">
            <a:off x="8153400" y="5118100"/>
            <a:ext cx="91313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메인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및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서브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시안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제작을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최종적으로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완성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Light"/>
              </a:rPr>
              <a:t> </a:t>
            </a:r>
          </a:p>
        </p:txBody>
      </p:sp>
      <p:sp>
        <p:nvSpPr>
          <p:cNvPr id="14" name="TextBox 14"/>
          <p:cNvSpPr txBox="true"/>
          <p:nvPr/>
        </p:nvSpPr>
        <p:spPr>
          <a:xfrm rot="0">
            <a:off x="8153400" y="6604000"/>
            <a:ext cx="91313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400" b="false" i="false" u="none" strike="noStrike">
                <a:solidFill>
                  <a:srgbClr val="333333"/>
                </a:solidFill>
                <a:latin typeface="Pretendard Light"/>
              </a:rPr>
              <a:t>'VSCODE'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를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사용하여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코딩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및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반응형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웹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페이지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제작</a:t>
            </a:r>
          </a:p>
        </p:txBody>
      </p:sp>
      <p:sp>
        <p:nvSpPr>
          <p:cNvPr id="15" name="TextBox 15"/>
          <p:cNvSpPr txBox="true"/>
          <p:nvPr/>
        </p:nvSpPr>
        <p:spPr>
          <a:xfrm rot="0">
            <a:off x="8153400" y="7975600"/>
            <a:ext cx="90424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조금씩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수정해나가며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완성도를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더욱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Light"/>
              </a:rPr>
              <a:t>높임</a:t>
            </a:r>
          </a:p>
        </p:txBody>
      </p:sp>
      <p:sp>
        <p:nvSpPr>
          <p:cNvPr id="16" name="TextBox 16"/>
          <p:cNvSpPr txBox="true"/>
          <p:nvPr/>
        </p:nvSpPr>
        <p:spPr>
          <a:xfrm rot="0">
            <a:off x="17437100" y="9575800"/>
            <a:ext cx="3810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333333"/>
                </a:solidFill>
                <a:latin typeface="Pretendard Medium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-3136900" y="3238500"/>
            <a:ext cx="7785735" cy="7061835"/>
          </a:xfrm>
          <a:prstGeom prst="rect"/>
          <a:noFill/>
        </p:spPr>
      </p:pic>
      <p:sp>
        <p:nvSpPr>
          <p:cNvPr id="3" name="Rect 0"/>
          <p:cNvSpPr txBox="1">
            <a:spLocks/>
          </p:cNvSpPr>
          <p:nvPr/>
        </p:nvSpPr>
        <p:spPr>
          <a:xfrm rot="0">
            <a:off x="17259300" y="9601200"/>
            <a:ext cx="559435" cy="35623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r">
              <a:lnSpc>
                <a:spcPct val="99600"/>
              </a:lnSpc>
              <a:buFontTx/>
              <a:buNone/>
            </a:pPr>
            <a:r>
              <a:rPr lang="en-US" sz="2000" i="0" b="0" strike="noStrike">
                <a:solidFill>
                  <a:srgbClr val="333333"/>
                </a:solidFill>
                <a:latin typeface="Pretendard Medium" charset="0"/>
              </a:rPr>
              <a:t>04</a:t>
            </a:r>
            <a:endParaRPr lang="ko-KR" altLang="en-US" sz="2000" i="0" b="0" strike="noStrike">
              <a:solidFill>
                <a:srgbClr val="333333"/>
              </a:solidFill>
              <a:latin typeface="Pretendard Medium" charset="0"/>
            </a:endParaRPr>
          </a:p>
        </p:txBody>
      </p:sp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-12700" y="0"/>
            <a:ext cx="1524635" cy="1016635"/>
          </a:xfrm>
          <a:prstGeom prst="rect"/>
          <a:noFill/>
        </p:spPr>
      </p:pic>
      <p:sp>
        <p:nvSpPr>
          <p:cNvPr id="5" name="Rect 0"/>
          <p:cNvSpPr txBox="1">
            <a:spLocks/>
          </p:cNvSpPr>
          <p:nvPr/>
        </p:nvSpPr>
        <p:spPr>
          <a:xfrm rot="0">
            <a:off x="1727200" y="901700"/>
            <a:ext cx="12179935" cy="85153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1300"/>
              </a:lnSpc>
              <a:buFontTx/>
              <a:buNone/>
            </a:pPr>
            <a:r>
              <a:rPr lang="ko-KR" sz="4800" spc="-190" i="0" b="0" strike="noStrike">
                <a:solidFill>
                  <a:srgbClr val="333333"/>
                </a:solidFill>
                <a:ea typeface="Pretendard Bold" charset="0"/>
              </a:rPr>
              <a:t>정보구조설계</a:t>
            </a:r>
            <a:r>
              <a:rPr lang="en-US" sz="4800" spc="-190" i="0" b="0" strike="noStrike">
                <a:solidFill>
                  <a:srgbClr val="333333"/>
                </a:solidFill>
                <a:latin typeface="Pretendard Bold" charset="0"/>
              </a:rPr>
              <a:t> </a:t>
            </a:r>
            <a:r>
              <a:rPr lang="ko-KR" sz="4800" spc="-190" i="0" b="0" strike="noStrike">
                <a:solidFill>
                  <a:srgbClr val="333333"/>
                </a:solidFill>
                <a:ea typeface="Pretendard Bold" charset="0"/>
              </a:rPr>
              <a:t>및</a:t>
            </a:r>
            <a:r>
              <a:rPr lang="en-US" sz="4800" spc="-190" i="0" b="0" strike="noStrike">
                <a:solidFill>
                  <a:srgbClr val="333333"/>
                </a:solidFill>
                <a:latin typeface="Pretendard Bold" charset="0"/>
              </a:rPr>
              <a:t> </a:t>
            </a:r>
            <a:r>
              <a:rPr lang="ko-KR" sz="4800" spc="-190" i="0" b="0" strike="noStrike">
                <a:solidFill>
                  <a:srgbClr val="333333"/>
                </a:solidFill>
                <a:ea typeface="Pretendard Bold" charset="0"/>
              </a:rPr>
              <a:t>와이어프레임</a:t>
            </a:r>
            <a:r>
              <a:rPr lang="en-US" sz="4800" spc="-190" i="0" b="0" strike="noStrike">
                <a:solidFill>
                  <a:srgbClr val="333333"/>
                </a:solidFill>
                <a:latin typeface="Pretendard Bold" charset="0"/>
              </a:rPr>
              <a:t> </a:t>
            </a:r>
            <a:r>
              <a:rPr lang="ko-KR" sz="4800" spc="-190" i="0" b="0" strike="noStrike">
                <a:solidFill>
                  <a:srgbClr val="333333"/>
                </a:solidFill>
                <a:ea typeface="Pretendard Bold" charset="0"/>
              </a:rPr>
              <a:t>제작</a:t>
            </a:r>
            <a:r>
              <a:rPr lang="en-US" sz="4800" spc="-190" i="0" b="0" strike="noStrike">
                <a:solidFill>
                  <a:srgbClr val="333333"/>
                </a:solidFill>
                <a:latin typeface="Pretendard Bold" charset="0"/>
              </a:rPr>
              <a:t> </a:t>
            </a:r>
            <a:r>
              <a:rPr lang="ko-KR" sz="4800" spc="-190" i="0" b="0" strike="noStrike">
                <a:solidFill>
                  <a:srgbClr val="333333"/>
                </a:solidFill>
                <a:ea typeface="Pretendard Bold" charset="0"/>
              </a:rPr>
              <a:t>의도</a:t>
            </a:r>
            <a:endParaRPr lang="ko-KR" altLang="en-US" sz="4800" i="0" b="0" strike="noStrike">
              <a:solidFill>
                <a:srgbClr val="333333"/>
              </a:solidFill>
              <a:ea typeface="Pretendard Bold" charset="0"/>
            </a:endParaRPr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1727200" y="685800"/>
            <a:ext cx="6160135" cy="31813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800" i="0" b="0" strike="noStrike">
                <a:solidFill>
                  <a:srgbClr val="B7C5CA"/>
                </a:solidFill>
                <a:latin typeface="Pretendard Medium" charset="0"/>
              </a:rPr>
              <a:t>02. </a:t>
            </a:r>
            <a:r>
              <a:rPr lang="ko-KR" sz="1800" i="0" b="0" strike="noStrike">
                <a:solidFill>
                  <a:srgbClr val="B7C5CA"/>
                </a:solidFill>
                <a:ea typeface="Pretendard Medium" charset="0"/>
              </a:rPr>
              <a:t>정보구조설계</a:t>
            </a:r>
            <a:r>
              <a:rPr lang="en-US" sz="1800" i="0" b="0" strike="noStrike">
                <a:solidFill>
                  <a:srgbClr val="B7C5CA"/>
                </a:solidFill>
                <a:latin typeface="Pretendard Medium" charset="0"/>
              </a:rPr>
              <a:t> </a:t>
            </a:r>
            <a:r>
              <a:rPr lang="ko-KR" sz="1800" i="0" b="0" strike="noStrike">
                <a:solidFill>
                  <a:srgbClr val="B7C5CA"/>
                </a:solidFill>
                <a:ea typeface="Pretendard Medium" charset="0"/>
              </a:rPr>
              <a:t>및</a:t>
            </a:r>
            <a:r>
              <a:rPr lang="en-US" sz="1800" i="0" b="0" strike="noStrike">
                <a:solidFill>
                  <a:srgbClr val="B7C5CA"/>
                </a:solidFill>
                <a:latin typeface="Pretendard Medium" charset="0"/>
              </a:rPr>
              <a:t> </a:t>
            </a:r>
            <a:r>
              <a:rPr lang="ko-KR" sz="1800" i="0" b="0" strike="noStrike">
                <a:solidFill>
                  <a:srgbClr val="B7C5CA"/>
                </a:solidFill>
                <a:ea typeface="Pretendard Medium" charset="0"/>
              </a:rPr>
              <a:t>와이어프레임</a:t>
            </a:r>
            <a:r>
              <a:rPr lang="en-US" sz="1800" i="0" b="0" strike="noStrike">
                <a:solidFill>
                  <a:srgbClr val="B7C5CA"/>
                </a:solidFill>
                <a:latin typeface="Pretendard Medium" charset="0"/>
              </a:rPr>
              <a:t> </a:t>
            </a:r>
            <a:r>
              <a:rPr lang="ko-KR" sz="1800" i="0" b="0" strike="noStrike">
                <a:solidFill>
                  <a:srgbClr val="B7C5CA"/>
                </a:solidFill>
                <a:ea typeface="Pretendard Medium" charset="0"/>
              </a:rPr>
              <a:t>페이지</a:t>
            </a:r>
            <a:r>
              <a:rPr lang="en-US" sz="1800" i="0" b="0" strike="noStrike">
                <a:solidFill>
                  <a:srgbClr val="B7C5CA"/>
                </a:solidFill>
                <a:latin typeface="Pretendard Medium" charset="0"/>
              </a:rPr>
              <a:t> </a:t>
            </a:r>
            <a:r>
              <a:rPr lang="ko-KR" sz="1800" i="0" b="0" strike="noStrike">
                <a:solidFill>
                  <a:srgbClr val="B7C5CA"/>
                </a:solidFill>
                <a:ea typeface="Pretendard Medium" charset="0"/>
              </a:rPr>
              <a:t>설계한</a:t>
            </a:r>
            <a:r>
              <a:rPr lang="en-US" sz="1800" i="0" b="0" strike="noStrike">
                <a:solidFill>
                  <a:srgbClr val="B7C5CA"/>
                </a:solidFill>
                <a:latin typeface="Pretendard Medium" charset="0"/>
              </a:rPr>
              <a:t> </a:t>
            </a:r>
            <a:r>
              <a:rPr lang="ko-KR" sz="1800" i="0" b="0" strike="noStrike">
                <a:solidFill>
                  <a:srgbClr val="B7C5CA"/>
                </a:solidFill>
                <a:ea typeface="Pretendard Medium" charset="0"/>
              </a:rPr>
              <a:t>의도는</a:t>
            </a:r>
            <a:r>
              <a:rPr lang="en-US" sz="1800" i="0" b="0" strike="noStrike">
                <a:solidFill>
                  <a:srgbClr val="B7C5CA"/>
                </a:solidFill>
                <a:latin typeface="Pretendard Medium" charset="0"/>
              </a:rPr>
              <a:t> </a:t>
            </a:r>
            <a:r>
              <a:rPr lang="ko-KR" sz="1800" i="0" b="0" strike="noStrike">
                <a:solidFill>
                  <a:srgbClr val="B7C5CA"/>
                </a:solidFill>
                <a:ea typeface="Pretendard Medium" charset="0"/>
              </a:rPr>
              <a:t>무엇인가</a:t>
            </a:r>
            <a:r>
              <a:rPr lang="en-US" sz="1800" i="0" b="0" strike="noStrike">
                <a:solidFill>
                  <a:srgbClr val="B7C5CA"/>
                </a:solidFill>
                <a:latin typeface="Pretendard Medium" charset="0"/>
              </a:rPr>
              <a:t>.</a:t>
            </a:r>
            <a:endParaRPr lang="ko-KR" altLang="en-US" sz="1800" i="0" b="0" strike="noStrike">
              <a:solidFill>
                <a:srgbClr val="B7C5CA"/>
              </a:solidFill>
              <a:latin typeface="Pretendard Medium" charset="0"/>
            </a:endParaRPr>
          </a:p>
        </p:txBody>
      </p:sp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524000" y="2197100"/>
            <a:ext cx="7569835" cy="3670935"/>
          </a:xfrm>
          <a:prstGeom prst="rect"/>
          <a:noFill/>
        </p:spPr>
      </p:pic>
      <p:pic>
        <p:nvPicPr>
          <p:cNvPr id="8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536700" y="2197100"/>
            <a:ext cx="7569835" cy="1042035"/>
          </a:xfrm>
          <a:prstGeom prst="rect"/>
          <a:noFill/>
        </p:spPr>
      </p:pic>
      <p:sp>
        <p:nvSpPr>
          <p:cNvPr id="9" name="Rect 0"/>
          <p:cNvSpPr txBox="1">
            <a:spLocks/>
          </p:cNvSpPr>
          <p:nvPr/>
        </p:nvSpPr>
        <p:spPr>
          <a:xfrm rot="0">
            <a:off x="2298700" y="2425700"/>
            <a:ext cx="4128135" cy="57213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3200" i="0" b="0" strike="noStrike">
                <a:solidFill>
                  <a:srgbClr val="333333"/>
                </a:solidFill>
                <a:ea typeface="Pretendard Medium" charset="0"/>
              </a:rPr>
              <a:t>정보구조설계</a:t>
            </a:r>
            <a:endParaRPr lang="ko-KR" altLang="en-US" sz="3200" i="0" b="0" strike="noStrike">
              <a:solidFill>
                <a:srgbClr val="333333"/>
              </a:solidFill>
              <a:ea typeface="Pretendard Medium" charset="0"/>
            </a:endParaRPr>
          </a:p>
        </p:txBody>
      </p:sp>
      <p:sp>
        <p:nvSpPr>
          <p:cNvPr id="10" name="Rect 0"/>
          <p:cNvSpPr txBox="1">
            <a:spLocks/>
          </p:cNvSpPr>
          <p:nvPr/>
        </p:nvSpPr>
        <p:spPr>
          <a:xfrm rot="0">
            <a:off x="2070100" y="3924300"/>
            <a:ext cx="6579235" cy="123253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HEADER, CONTENTS, FOOTER 3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가지를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사용</a:t>
            </a:r>
            <a:endParaRPr lang="ko-KR" altLang="en-US" sz="2200" i="0" b="0" strike="noStrike">
              <a:solidFill>
                <a:srgbClr val="333333"/>
              </a:solidFill>
              <a:ea typeface="Pretendard Light" charset="0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HEADER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안에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NAVIGATION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을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추가</a:t>
            </a:r>
            <a:endParaRPr lang="ko-KR" altLang="en-US" sz="2200" i="0" b="0" strike="noStrike">
              <a:solidFill>
                <a:srgbClr val="333333"/>
              </a:solidFill>
              <a:ea typeface="Pretendard Light" charset="0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CONTENTS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안에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SECTION 3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가지를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나뉘었음</a:t>
            </a:r>
            <a:endParaRPr lang="ko-KR" altLang="en-US" sz="2200" i="0" b="0" strike="noStrike">
              <a:solidFill>
                <a:srgbClr val="333333"/>
              </a:solidFill>
              <a:ea typeface="Pretendard Light" charset="0"/>
            </a:endParaRPr>
          </a:p>
        </p:txBody>
      </p:sp>
      <p:pic>
        <p:nvPicPr>
          <p:cNvPr id="12" name="Picture 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70000" y="2413000"/>
            <a:ext cx="622935" cy="622935"/>
          </a:xfrm>
          <a:prstGeom prst="rect"/>
          <a:noFill/>
        </p:spPr>
      </p:pic>
      <p:sp>
        <p:nvSpPr>
          <p:cNvPr id="13" name="Rect 0"/>
          <p:cNvSpPr txBox="1">
            <a:spLocks/>
          </p:cNvSpPr>
          <p:nvPr/>
        </p:nvSpPr>
        <p:spPr>
          <a:xfrm rot="0">
            <a:off x="1231900" y="2489200"/>
            <a:ext cx="686435" cy="41973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en-US" sz="2400" i="0" b="0" strike="noStrike">
                <a:solidFill>
                  <a:srgbClr val="333333"/>
                </a:solidFill>
                <a:latin typeface="Pretendard Bold" charset="0"/>
              </a:rPr>
              <a:t>01</a:t>
            </a:r>
            <a:endParaRPr lang="ko-KR" altLang="en-US" sz="2400" i="0" b="0" strike="noStrike">
              <a:solidFill>
                <a:srgbClr val="333333"/>
              </a:solidFill>
              <a:latin typeface="Pretendard Bold" charset="0"/>
            </a:endParaRPr>
          </a:p>
        </p:txBody>
      </p:sp>
      <p:pic>
        <p:nvPicPr>
          <p:cNvPr id="14" name="Picture 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524000" y="6299200"/>
            <a:ext cx="7569835" cy="3670935"/>
          </a:xfrm>
          <a:prstGeom prst="rect"/>
          <a:noFill/>
        </p:spPr>
      </p:pic>
      <p:pic>
        <p:nvPicPr>
          <p:cNvPr id="15" name="Picture 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536700" y="6299200"/>
            <a:ext cx="7569835" cy="1042035"/>
          </a:xfrm>
          <a:prstGeom prst="rect"/>
          <a:noFill/>
        </p:spPr>
      </p:pic>
      <p:pic>
        <p:nvPicPr>
          <p:cNvPr id="16" name="Picture 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6916400" y="0"/>
            <a:ext cx="1372235" cy="1410335"/>
          </a:xfrm>
          <a:prstGeom prst="rect"/>
          <a:noFill/>
        </p:spPr>
      </p:pic>
      <p:sp>
        <p:nvSpPr>
          <p:cNvPr id="17" name="Rect 0"/>
          <p:cNvSpPr txBox="1">
            <a:spLocks/>
          </p:cNvSpPr>
          <p:nvPr/>
        </p:nvSpPr>
        <p:spPr>
          <a:xfrm rot="0">
            <a:off x="2298700" y="6527800"/>
            <a:ext cx="4128135" cy="57213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3200" i="0" b="0" strike="noStrike">
                <a:solidFill>
                  <a:srgbClr val="333333"/>
                </a:solidFill>
                <a:latin typeface="Pretendard Medium" charset="0"/>
              </a:rPr>
              <a:t>INDEX </a:t>
            </a:r>
            <a:r>
              <a:rPr lang="ko-KR" sz="3200" i="0" b="0" strike="noStrike">
                <a:solidFill>
                  <a:srgbClr val="333333"/>
                </a:solidFill>
                <a:ea typeface="Pretendard Medium" charset="0"/>
              </a:rPr>
              <a:t>및</a:t>
            </a:r>
            <a:r>
              <a:rPr lang="en-US" sz="3200" i="0" b="0" strike="noStrike">
                <a:solidFill>
                  <a:srgbClr val="333333"/>
                </a:solidFill>
                <a:latin typeface="Pretendard Medium" charset="0"/>
              </a:rPr>
              <a:t> </a:t>
            </a:r>
            <a:r>
              <a:rPr lang="ko-KR" sz="3200" i="0" b="0" strike="noStrike">
                <a:solidFill>
                  <a:srgbClr val="333333"/>
                </a:solidFill>
                <a:ea typeface="Pretendard Medium" charset="0"/>
              </a:rPr>
              <a:t>내비게이션</a:t>
            </a:r>
            <a:endParaRPr lang="ko-KR" altLang="en-US" sz="3200" i="0" b="0" strike="noStrike">
              <a:solidFill>
                <a:srgbClr val="333333"/>
              </a:solidFill>
              <a:ea typeface="Pretendard Medium" charset="0"/>
            </a:endParaRPr>
          </a:p>
        </p:txBody>
      </p:sp>
      <p:sp>
        <p:nvSpPr>
          <p:cNvPr id="18" name="Rect 0"/>
          <p:cNvSpPr txBox="1">
            <a:spLocks/>
          </p:cNvSpPr>
          <p:nvPr/>
        </p:nvSpPr>
        <p:spPr>
          <a:xfrm rot="0">
            <a:off x="2070100" y="7353300"/>
            <a:ext cx="6566535" cy="256603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로그인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전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/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후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페이지</a:t>
            </a:r>
            <a:endParaRPr lang="ko-KR" altLang="en-US" sz="1700" i="0" b="0" strike="noStrike">
              <a:solidFill>
                <a:srgbClr val="333333"/>
              </a:solidFill>
              <a:ea typeface="Pretendard Light" charset="0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마이페이지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-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프로필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-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프로필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수정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,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보관함</a:t>
            </a:r>
            <a:endParaRPr lang="ko-KR" altLang="en-US" sz="1700" i="0" b="0" strike="noStrike">
              <a:solidFill>
                <a:srgbClr val="333333"/>
              </a:solidFill>
              <a:ea typeface="Pretendard Light" charset="0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스토어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-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게임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카테고리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-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게임정보창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,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구매창</a:t>
            </a:r>
            <a:endParaRPr lang="ko-KR" altLang="en-US" sz="1700" i="0" b="0" strike="noStrike">
              <a:solidFill>
                <a:srgbClr val="333333"/>
              </a:solidFill>
              <a:ea typeface="Pretendard Light" charset="0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랭킹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 </a:t>
            </a:r>
            <a:endParaRPr lang="ko-KR" altLang="en-US" sz="1700" i="0" b="0" strike="noStrike">
              <a:solidFill>
                <a:srgbClr val="333333"/>
              </a:solidFill>
              <a:latin typeface="Pretendard Light" charset="0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커뮤니티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-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뉴스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(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새로운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소식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),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리뷰</a:t>
            </a:r>
            <a:endParaRPr lang="ko-KR" altLang="en-US" sz="1700" i="0" b="0" strike="noStrike">
              <a:solidFill>
                <a:srgbClr val="333333"/>
              </a:solidFill>
              <a:ea typeface="Pretendard Light" charset="0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고객센터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- QNA,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공지사항</a:t>
            </a:r>
            <a:endParaRPr lang="ko-KR" altLang="en-US" sz="1700" i="0" b="0" strike="noStrike">
              <a:solidFill>
                <a:srgbClr val="333333"/>
              </a:solidFill>
              <a:ea typeface="Pretendard Light" charset="0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브랜드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1700" i="0" b="0" strike="noStrike">
                <a:solidFill>
                  <a:srgbClr val="333333"/>
                </a:solidFill>
                <a:ea typeface="Pretendard Light" charset="0"/>
              </a:rPr>
              <a:t>소개</a:t>
            </a:r>
            <a:r>
              <a:rPr lang="en-US" sz="1700" i="0" b="0" strike="noStrike">
                <a:solidFill>
                  <a:srgbClr val="333333"/>
                </a:solidFill>
                <a:latin typeface="Pretendard Light" charset="0"/>
              </a:rPr>
              <a:t> </a:t>
            </a:r>
            <a:endParaRPr lang="ko-KR" altLang="en-US" sz="1700" i="0" b="0" strike="noStrike">
              <a:solidFill>
                <a:srgbClr val="333333"/>
              </a:solidFill>
              <a:latin typeface="Pretendard Light" charset="0"/>
            </a:endParaRPr>
          </a:p>
        </p:txBody>
      </p:sp>
      <p:pic>
        <p:nvPicPr>
          <p:cNvPr id="20" name="Picture 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70000" y="6515100"/>
            <a:ext cx="622935" cy="622935"/>
          </a:xfrm>
          <a:prstGeom prst="rect"/>
          <a:noFill/>
        </p:spPr>
      </p:pic>
      <p:sp>
        <p:nvSpPr>
          <p:cNvPr id="21" name="Rect 0"/>
          <p:cNvSpPr txBox="1">
            <a:spLocks/>
          </p:cNvSpPr>
          <p:nvPr/>
        </p:nvSpPr>
        <p:spPr>
          <a:xfrm rot="0">
            <a:off x="1219200" y="6591300"/>
            <a:ext cx="686435" cy="41973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en-US" sz="2400" i="0" b="0" strike="noStrike">
                <a:solidFill>
                  <a:srgbClr val="333333"/>
                </a:solidFill>
                <a:latin typeface="Pretendard Bold" charset="0"/>
              </a:rPr>
              <a:t>02</a:t>
            </a:r>
            <a:endParaRPr lang="ko-KR" altLang="en-US" sz="2400" i="0" b="0" strike="noStrike">
              <a:solidFill>
                <a:srgbClr val="333333"/>
              </a:solidFill>
              <a:latin typeface="Pretendard Bold" charset="0"/>
            </a:endParaRPr>
          </a:p>
        </p:txBody>
      </p:sp>
      <p:pic>
        <p:nvPicPr>
          <p:cNvPr id="22" name="Picture 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918700" y="4076700"/>
            <a:ext cx="7569835" cy="3670935"/>
          </a:xfrm>
          <a:prstGeom prst="rect"/>
          <a:noFill/>
        </p:spPr>
      </p:pic>
      <p:pic>
        <p:nvPicPr>
          <p:cNvPr id="23" name="Picture 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918700" y="4076700"/>
            <a:ext cx="7569835" cy="1042035"/>
          </a:xfrm>
          <a:prstGeom prst="rect"/>
          <a:noFill/>
        </p:spPr>
      </p:pic>
      <p:sp>
        <p:nvSpPr>
          <p:cNvPr id="24" name="Rect 0"/>
          <p:cNvSpPr txBox="1">
            <a:spLocks/>
          </p:cNvSpPr>
          <p:nvPr/>
        </p:nvSpPr>
        <p:spPr>
          <a:xfrm rot="0">
            <a:off x="10693400" y="4305300"/>
            <a:ext cx="4128135" cy="57213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ko-KR" sz="3200" i="0" b="0" strike="noStrike">
                <a:solidFill>
                  <a:srgbClr val="333333"/>
                </a:solidFill>
                <a:ea typeface="Pretendard Medium" charset="0"/>
              </a:rPr>
              <a:t>와이어프레임</a:t>
            </a:r>
            <a:endParaRPr lang="ko-KR" altLang="en-US" sz="3200" i="0" b="0" strike="noStrike">
              <a:solidFill>
                <a:srgbClr val="333333"/>
              </a:solidFill>
              <a:ea typeface="Pretendard Medium" charset="0"/>
            </a:endParaRPr>
          </a:p>
        </p:txBody>
      </p:sp>
      <p:pic>
        <p:nvPicPr>
          <p:cNvPr id="26" name="Picture 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664700" y="4292600"/>
            <a:ext cx="622935" cy="622935"/>
          </a:xfrm>
          <a:prstGeom prst="rect"/>
          <a:noFill/>
        </p:spPr>
      </p:pic>
      <p:sp>
        <p:nvSpPr>
          <p:cNvPr id="27" name="Rect 0"/>
          <p:cNvSpPr txBox="1">
            <a:spLocks/>
          </p:cNvSpPr>
          <p:nvPr/>
        </p:nvSpPr>
        <p:spPr>
          <a:xfrm rot="0">
            <a:off x="9613900" y="4381500"/>
            <a:ext cx="686435" cy="43243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</a:pPr>
            <a:r>
              <a:rPr lang="en-US" sz="2400" i="0" b="0" strike="noStrike">
                <a:solidFill>
                  <a:srgbClr val="333333"/>
                </a:solidFill>
                <a:latin typeface="Pretendard Bold" charset="0"/>
              </a:rPr>
              <a:t>03</a:t>
            </a:r>
            <a:endParaRPr lang="ko-KR" altLang="en-US" sz="2400" i="0" b="0" strike="noStrike">
              <a:solidFill>
                <a:srgbClr val="333333"/>
              </a:solidFill>
              <a:latin typeface="Pretendard Bold" charset="0"/>
            </a:endParaRPr>
          </a:p>
        </p:txBody>
      </p:sp>
      <p:sp>
        <p:nvSpPr>
          <p:cNvPr id="28" name="Rect 0"/>
          <p:cNvSpPr txBox="1">
            <a:spLocks/>
          </p:cNvSpPr>
          <p:nvPr/>
        </p:nvSpPr>
        <p:spPr>
          <a:xfrm rot="0">
            <a:off x="10515600" y="5854700"/>
            <a:ext cx="6579235" cy="1232535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불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필요한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글로벌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메뉴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과감히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삭제</a:t>
            </a:r>
            <a:endParaRPr lang="ko-KR" altLang="en-US" sz="2200" i="0" b="0" strike="noStrike">
              <a:solidFill>
                <a:srgbClr val="333333"/>
              </a:solidFill>
              <a:ea typeface="Pretendard Light" charset="0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'FIGMA'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를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통해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타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게임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사이트들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벤치마킹</a:t>
            </a:r>
            <a:endParaRPr lang="ko-KR" altLang="en-US" sz="2200" i="0" b="0" strike="noStrike">
              <a:solidFill>
                <a:srgbClr val="333333"/>
              </a:solidFill>
              <a:ea typeface="Pretendard Light" charset="0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메인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메뉴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및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서브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메뉴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당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각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10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개씩</a:t>
            </a:r>
            <a:r>
              <a:rPr lang="en-US" sz="2200" i="0" b="0" strike="noStrike">
                <a:solidFill>
                  <a:srgbClr val="333333"/>
                </a:solidFill>
                <a:latin typeface="Pretendard Light" charset="0"/>
              </a:rPr>
              <a:t> </a:t>
            </a:r>
            <a:r>
              <a:rPr lang="ko-KR" sz="2200" i="0" b="0" strike="noStrike">
                <a:solidFill>
                  <a:srgbClr val="333333"/>
                </a:solidFill>
                <a:ea typeface="Pretendard Light" charset="0"/>
              </a:rPr>
              <a:t>벤치마킹</a:t>
            </a:r>
            <a:endParaRPr lang="ko-KR" altLang="en-US" sz="2200" i="0" b="0" strike="noStrike">
              <a:solidFill>
                <a:srgbClr val="333333"/>
              </a:solidFill>
              <a:ea typeface="Pretendard Light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 0"/>
          <p:cNvSpPr>
            <a:spLocks/>
          </p:cNvSpPr>
          <p:nvPr/>
        </p:nvSpPr>
        <p:spPr>
          <a:xfrm rot="0">
            <a:off x="749935" y="2524125"/>
            <a:ext cx="16574135" cy="2941955"/>
          </a:xfrm>
          <a:prstGeom prst="round2DiagRect"/>
          <a:solidFill>
            <a:srgbClr val="1D1315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pic>
        <p:nvPicPr>
          <p:cNvPr id="2" name="Picture " descr="C:/Users/wnscj/AppData/Roaming/PolarisOffice/ETemp/19684_17631904/image22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-3136900" y="3238500"/>
            <a:ext cx="7786370" cy="7062470"/>
          </a:xfrm>
          <a:prstGeom prst="rect"/>
          <a:noFill/>
        </p:spPr>
      </p:pic>
      <p:sp>
        <p:nvSpPr>
          <p:cNvPr id="3" name="Rect 0"/>
          <p:cNvSpPr txBox="1">
            <a:spLocks/>
          </p:cNvSpPr>
          <p:nvPr/>
        </p:nvSpPr>
        <p:spPr>
          <a:xfrm rot="0">
            <a:off x="17259300" y="9601200"/>
            <a:ext cx="560070" cy="35687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r">
              <a:lnSpc>
                <a:spcPct val="99600"/>
              </a:lnSpc>
              <a:buFontTx/>
              <a:buNone/>
            </a:pPr>
            <a:r>
              <a:rPr lang="en-US" sz="2000" i="0" b="0" strike="noStrike">
                <a:solidFill>
                  <a:srgbClr val="333333"/>
                </a:solidFill>
                <a:latin typeface="Pretendard Medium" charset="0"/>
              </a:rPr>
              <a:t>04</a:t>
            </a:r>
            <a:endParaRPr lang="ko-KR" altLang="en-US" sz="2000" i="0" b="0" strike="noStrike">
              <a:solidFill>
                <a:srgbClr val="333333"/>
              </a:solidFill>
              <a:latin typeface="Pretendard Medium" charset="0"/>
            </a:endParaRPr>
          </a:p>
        </p:txBody>
      </p:sp>
      <p:pic>
        <p:nvPicPr>
          <p:cNvPr id="4" name="Picture " descr="C:/Users/wnscj/AppData/Roaming/PolarisOffice/ETemp/19684_17631904/image23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-12700" y="0"/>
            <a:ext cx="1525270" cy="1017270"/>
          </a:xfrm>
          <a:prstGeom prst="rect"/>
          <a:noFill/>
        </p:spPr>
      </p:pic>
      <p:sp>
        <p:nvSpPr>
          <p:cNvPr id="5" name="Rect 0"/>
          <p:cNvSpPr txBox="1">
            <a:spLocks/>
          </p:cNvSpPr>
          <p:nvPr/>
        </p:nvSpPr>
        <p:spPr>
          <a:xfrm rot="0">
            <a:off x="1691005" y="463550"/>
            <a:ext cx="12180570" cy="85217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1300"/>
              </a:lnSpc>
              <a:buFontTx/>
              <a:buNone/>
            </a:pP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M</a:t>
            </a: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ain_</a:t>
            </a: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h</a:t>
            </a: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eader</a:t>
            </a:r>
            <a:endParaRPr lang="ko-KR" altLang="en-US" sz="4800" i="0" b="0" strike="noStrike">
              <a:solidFill>
                <a:srgbClr val="333333"/>
              </a:solidFill>
              <a:ea typeface="Pretendard Bold" charset="0"/>
            </a:endParaRPr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1691005" y="247650"/>
            <a:ext cx="6160770" cy="31877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800" i="0" b="0" strike="noStrike">
                <a:solidFill>
                  <a:srgbClr val="B7C5CA"/>
                </a:solidFill>
                <a:latin typeface="Pretendard Medium" charset="0"/>
              </a:rPr>
              <a:t>02. </a:t>
            </a:r>
            <a:r>
              <a:rPr lang="ko-KR" sz="1800" i="0" b="0" strike="noStrike">
                <a:solidFill>
                  <a:srgbClr val="B7C5CA"/>
                </a:solidFill>
                <a:latin typeface="Pretendard Medium" charset="0"/>
              </a:rPr>
              <a:t>메인페이지_</a:t>
            </a:r>
            <a:r>
              <a:rPr lang="ko-KR" sz="1800" i="0" b="0" strike="noStrike">
                <a:solidFill>
                  <a:srgbClr val="B7C5CA"/>
                </a:solidFill>
                <a:latin typeface="Pretendard Medium" charset="0"/>
              </a:rPr>
              <a:t>header</a:t>
            </a:r>
            <a:endParaRPr lang="ko-KR" altLang="en-US" sz="1800" i="0" b="0" strike="noStrike">
              <a:solidFill>
                <a:srgbClr val="B7C5CA"/>
              </a:solidFill>
              <a:latin typeface="Pretendard Medium" charset="0"/>
            </a:endParaRPr>
          </a:p>
        </p:txBody>
      </p:sp>
      <p:pic>
        <p:nvPicPr>
          <p:cNvPr id="16" name="Picture " descr="C:/Users/wnscj/AppData/Roaming/PolarisOffice/ETemp/19684_17631904/image24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916400" y="0"/>
            <a:ext cx="1372870" cy="1410970"/>
          </a:xfrm>
          <a:prstGeom prst="rect"/>
          <a:noFill/>
        </p:spPr>
      </p:pic>
      <p:pic>
        <p:nvPicPr>
          <p:cNvPr id="17" name="Picture " descr="C:/Users/wnscj/AppData/Roaming/PolarisOffice/ETemp/19684_17631904/fImage14235433941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23620" y="3001645"/>
            <a:ext cx="15821025" cy="2214245"/>
          </a:xfrm>
          <a:prstGeom prst="rect"/>
          <a:noFill/>
        </p:spPr>
      </p:pic>
      <p:sp>
        <p:nvSpPr>
          <p:cNvPr id="22" name="Rect 0"/>
          <p:cNvSpPr txBox="1">
            <a:spLocks/>
          </p:cNvSpPr>
          <p:nvPr/>
        </p:nvSpPr>
        <p:spPr>
          <a:xfrm rot="0">
            <a:off x="3511550" y="1797685"/>
            <a:ext cx="3930650" cy="46228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2400">
                <a:latin typeface="맑은 고딕" charset="0"/>
                <a:ea typeface="맑은 고딕" charset="0"/>
              </a:rPr>
              <a:t>-</a:t>
            </a:r>
            <a:r>
              <a:rPr lang="ko-KR" sz="2400">
                <a:latin typeface="맑은 고딕" charset="0"/>
                <a:ea typeface="맑은 고딕" charset="0"/>
              </a:rPr>
              <a:t> </a:t>
            </a:r>
            <a:r>
              <a:rPr lang="ko-KR" sz="2400">
                <a:latin typeface="맑은 고딕" charset="0"/>
                <a:ea typeface="맑은 고딕" charset="0"/>
              </a:rPr>
              <a:t>기존 s</a:t>
            </a:r>
            <a:r>
              <a:rPr lang="ko-KR" sz="2400">
                <a:latin typeface="맑은 고딕" charset="0"/>
                <a:ea typeface="맑은 고딕" charset="0"/>
              </a:rPr>
              <a:t>tea</a:t>
            </a:r>
            <a:r>
              <a:rPr lang="ko-KR" sz="2400">
                <a:latin typeface="맑은 고딕" charset="0"/>
                <a:ea typeface="맑은 고딕" charset="0"/>
              </a:rPr>
              <a:t>m</a:t>
            </a:r>
            <a:r>
              <a:rPr lang="ko-KR" sz="2400">
                <a:latin typeface="맑은 고딕" charset="0"/>
                <a:ea typeface="맑은 고딕" charset="0"/>
              </a:rPr>
              <a:t> header</a:t>
            </a:r>
            <a:endParaRPr lang="ko-KR" altLang="en-US" sz="2400">
              <a:latin typeface="맑은 고딕" charset="0"/>
              <a:ea typeface="맑은 고딕" charset="0"/>
            </a:endParaRPr>
          </a:p>
        </p:txBody>
      </p:sp>
      <p:sp>
        <p:nvSpPr>
          <p:cNvPr id="23" name="Rect 0"/>
          <p:cNvSpPr txBox="1">
            <a:spLocks/>
          </p:cNvSpPr>
          <p:nvPr/>
        </p:nvSpPr>
        <p:spPr>
          <a:xfrm rot="0">
            <a:off x="3512185" y="5762625"/>
            <a:ext cx="12466320" cy="300101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254000" indent="-254000" algn="l" hangingPunct="1">
              <a:lnSpc>
                <a:spcPct val="200000"/>
              </a:lnSpc>
              <a:buFont typeface="Wingdings"/>
              <a:buChar char="ü"/>
            </a:pPr>
            <a:r>
              <a:rPr lang="ko-KR" sz="2200">
                <a:latin typeface="맑은 고딕" charset="0"/>
                <a:ea typeface="맑은 고딕" charset="0"/>
              </a:rPr>
              <a:t>기</a:t>
            </a:r>
            <a:r>
              <a:rPr lang="ko-KR" sz="2200">
                <a:latin typeface="맑은 고딕" charset="0"/>
                <a:ea typeface="맑은 고딕" charset="0"/>
              </a:rPr>
              <a:t>존의 </a:t>
            </a:r>
            <a:r>
              <a:rPr lang="ko-KR" sz="2200">
                <a:latin typeface="맑은 고딕" charset="0"/>
                <a:ea typeface="맑은 고딕" charset="0"/>
              </a:rPr>
              <a:t>steam</a:t>
            </a:r>
            <a:r>
              <a:rPr lang="ko-KR" sz="2200">
                <a:latin typeface="맑은 고딕" charset="0"/>
                <a:ea typeface="맑은 고딕" charset="0"/>
              </a:rPr>
              <a:t>은 글로벌 내</a:t>
            </a:r>
            <a:r>
              <a:rPr lang="ko-KR" sz="2200">
                <a:latin typeface="맑은 고딕" charset="0"/>
                <a:ea typeface="맑은 고딕" charset="0"/>
              </a:rPr>
              <a:t>비게이</a:t>
            </a:r>
            <a:r>
              <a:rPr lang="ko-KR" sz="2200">
                <a:latin typeface="맑은 고딕" charset="0"/>
                <a:ea typeface="맑은 고딕" charset="0"/>
              </a:rPr>
              <a:t>션</a:t>
            </a:r>
            <a:r>
              <a:rPr lang="ko-KR" sz="2200">
                <a:latin typeface="맑은 고딕" charset="0"/>
                <a:ea typeface="맑은 고딕" charset="0"/>
              </a:rPr>
              <a:t> </a:t>
            </a:r>
            <a:r>
              <a:rPr lang="ko-KR" sz="2200">
                <a:latin typeface="맑은 고딕" charset="0"/>
                <a:ea typeface="맑은 고딕" charset="0"/>
              </a:rPr>
              <a:t>+ 로컬 내비게이션</a:t>
            </a:r>
            <a:r>
              <a:rPr lang="ko-KR" sz="2200">
                <a:latin typeface="맑은 고딕" charset="0"/>
                <a:ea typeface="맑은 고딕" charset="0"/>
              </a:rPr>
              <a:t> 구</a:t>
            </a:r>
            <a:r>
              <a:rPr lang="ko-KR" sz="2200">
                <a:latin typeface="맑은 고딕" charset="0"/>
                <a:ea typeface="맑은 고딕" charset="0"/>
              </a:rPr>
              <a:t>조</a:t>
            </a:r>
            <a:r>
              <a:rPr lang="ko-KR" sz="2200">
                <a:latin typeface="맑은 고딕" charset="0"/>
                <a:ea typeface="맑은 고딕" charset="0"/>
              </a:rPr>
              <a:t> </a:t>
            </a:r>
            <a:endParaRPr lang="ko-KR" altLang="en-US" sz="22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2200">
                <a:latin typeface="맑은 고딕" charset="0"/>
                <a:ea typeface="맑은 고딕" charset="0"/>
              </a:rPr>
              <a:t> </a:t>
            </a:r>
            <a:r>
              <a:rPr lang="ko-KR" sz="2200">
                <a:latin typeface="맑은 고딕" charset="0"/>
                <a:ea typeface="맑은 고딕" charset="0"/>
              </a:rPr>
              <a:t>  </a:t>
            </a:r>
            <a:r>
              <a:rPr lang="ko-KR" sz="2200">
                <a:latin typeface="맑은 고딕" charset="0"/>
                <a:ea typeface="맑은 고딕" charset="0"/>
              </a:rPr>
              <a:t>┗ 글로벌 </a:t>
            </a:r>
            <a:r>
              <a:rPr lang="ko-KR" sz="2200">
                <a:latin typeface="맑은 고딕" charset="0"/>
                <a:ea typeface="맑은 고딕" charset="0"/>
              </a:rPr>
              <a:t>내비게이션</a:t>
            </a:r>
            <a:r>
              <a:rPr lang="ko-KR" sz="2200">
                <a:latin typeface="맑은 고딕" charset="0"/>
                <a:ea typeface="맑은 고딕" charset="0"/>
              </a:rPr>
              <a:t>은 </a:t>
            </a:r>
            <a:r>
              <a:rPr lang="ko-KR" sz="2200">
                <a:latin typeface="맑은 고딕" charset="0"/>
                <a:ea typeface="맑은 고딕" charset="0"/>
              </a:rPr>
              <a:t>지나치</a:t>
            </a:r>
            <a:r>
              <a:rPr lang="ko-KR" sz="2200">
                <a:latin typeface="맑은 고딕" charset="0"/>
                <a:ea typeface="맑은 고딕" charset="0"/>
              </a:rPr>
              <a:t>게 </a:t>
            </a:r>
            <a:r>
              <a:rPr lang="ko-KR" sz="2200">
                <a:latin typeface="맑은 고딕" charset="0"/>
                <a:ea typeface="맑은 고딕" charset="0"/>
              </a:rPr>
              <a:t>단순하</a:t>
            </a:r>
            <a:r>
              <a:rPr lang="ko-KR" sz="2200">
                <a:latin typeface="맑은 고딕" charset="0"/>
                <a:ea typeface="맑은 고딕" charset="0"/>
              </a:rPr>
              <a:t>게 </a:t>
            </a:r>
            <a:r>
              <a:rPr lang="ko-KR" sz="2200">
                <a:latin typeface="맑은 고딕" charset="0"/>
                <a:ea typeface="맑은 고딕" charset="0"/>
              </a:rPr>
              <a:t>구</a:t>
            </a:r>
            <a:r>
              <a:rPr lang="ko-KR" sz="2200">
                <a:latin typeface="맑은 고딕" charset="0"/>
                <a:ea typeface="맑은 고딕" charset="0"/>
              </a:rPr>
              <a:t>성 </a:t>
            </a:r>
            <a:r>
              <a:rPr lang="ko-KR" sz="2200">
                <a:latin typeface="맑은 고딕" charset="0"/>
                <a:ea typeface="맑은 고딕" charset="0"/>
              </a:rPr>
              <a:t>되어있</a:t>
            </a:r>
            <a:r>
              <a:rPr lang="ko-KR" sz="2200">
                <a:latin typeface="맑은 고딕" charset="0"/>
                <a:ea typeface="맑은 고딕" charset="0"/>
              </a:rPr>
              <a:t>음.</a:t>
            </a:r>
            <a:endParaRPr lang="ko-KR" altLang="en-US" sz="22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</a:pPr>
            <a:r>
              <a:rPr lang="ko-KR" sz="2200">
                <a:latin typeface="맑은 고딕" charset="0"/>
                <a:ea typeface="맑은 고딕" charset="0"/>
              </a:rPr>
              <a:t> </a:t>
            </a:r>
            <a:r>
              <a:rPr lang="ko-KR" sz="2200">
                <a:latin typeface="맑은 고딕" charset="0"/>
                <a:ea typeface="맑은 고딕" charset="0"/>
              </a:rPr>
              <a:t>  </a:t>
            </a:r>
            <a:r>
              <a:rPr lang="ko-KR" sz="2200">
                <a:latin typeface="맑은 고딕" charset="0"/>
                <a:ea typeface="맑은 고딕" charset="0"/>
              </a:rPr>
              <a:t>┗ </a:t>
            </a:r>
            <a:r>
              <a:rPr lang="ko-KR" sz="2200">
                <a:latin typeface="맑은 고딕" charset="0"/>
                <a:ea typeface="맑은 고딕" charset="0"/>
              </a:rPr>
              <a:t>반</a:t>
            </a:r>
            <a:r>
              <a:rPr lang="ko-KR" sz="2200">
                <a:latin typeface="맑은 고딕" charset="0"/>
                <a:ea typeface="맑은 고딕" charset="0"/>
              </a:rPr>
              <a:t>면 </a:t>
            </a:r>
            <a:r>
              <a:rPr lang="ko-KR" sz="2200">
                <a:latin typeface="맑은 고딕" charset="0"/>
                <a:ea typeface="맑은 고딕" charset="0"/>
              </a:rPr>
              <a:t>로</a:t>
            </a:r>
            <a:r>
              <a:rPr lang="ko-KR" sz="2200">
                <a:latin typeface="맑은 고딕" charset="0"/>
                <a:ea typeface="맑은 고딕" charset="0"/>
              </a:rPr>
              <a:t>컬 </a:t>
            </a:r>
            <a:r>
              <a:rPr lang="ko-KR" sz="2200">
                <a:latin typeface="맑은 고딕" charset="0"/>
                <a:ea typeface="맑은 고딕" charset="0"/>
              </a:rPr>
              <a:t>내비게이션</a:t>
            </a:r>
            <a:r>
              <a:rPr lang="ko-KR" sz="2200">
                <a:latin typeface="맑은 고딕" charset="0"/>
                <a:ea typeface="맑은 고딕" charset="0"/>
              </a:rPr>
              <a:t>은 </a:t>
            </a:r>
            <a:r>
              <a:rPr lang="ko-KR" sz="2200">
                <a:latin typeface="맑은 고딕" charset="0"/>
                <a:ea typeface="맑은 고딕" charset="0"/>
              </a:rPr>
              <a:t>과도하</a:t>
            </a:r>
            <a:r>
              <a:rPr lang="ko-KR" sz="2200">
                <a:latin typeface="맑은 고딕" charset="0"/>
                <a:ea typeface="맑은 고딕" charset="0"/>
              </a:rPr>
              <a:t>게 </a:t>
            </a:r>
            <a:r>
              <a:rPr lang="ko-KR" sz="2200">
                <a:latin typeface="맑은 고딕" charset="0"/>
                <a:ea typeface="맑은 고딕" charset="0"/>
              </a:rPr>
              <a:t>복잡</a:t>
            </a:r>
            <a:r>
              <a:rPr lang="ko-KR" sz="2200">
                <a:latin typeface="맑은 고딕" charset="0"/>
                <a:ea typeface="맑은 고딕" charset="0"/>
              </a:rPr>
              <a:t>한 </a:t>
            </a:r>
            <a:r>
              <a:rPr lang="ko-KR" sz="2200">
                <a:latin typeface="맑은 고딕" charset="0"/>
                <a:ea typeface="맑은 고딕" charset="0"/>
              </a:rPr>
              <a:t>구</a:t>
            </a:r>
            <a:r>
              <a:rPr lang="ko-KR" sz="2200">
                <a:latin typeface="맑은 고딕" charset="0"/>
                <a:ea typeface="맑은 고딕" charset="0"/>
              </a:rPr>
              <a:t>성</a:t>
            </a:r>
            <a:endParaRPr lang="ko-KR" altLang="en-US" sz="22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150000"/>
              </a:lnSpc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  <a:p>
            <a:pPr marL="0" indent="0" algn="l" hangingPunct="1"/>
            <a:r>
              <a:rPr lang="ko-KR" sz="3000" b="1">
                <a:latin typeface="맑은 고딕" charset="0"/>
                <a:ea typeface="맑은 고딕" charset="0"/>
              </a:rPr>
              <a:t>∴ </a:t>
            </a:r>
            <a:r>
              <a:rPr lang="ko-KR" sz="2200" b="0">
                <a:latin typeface="맑은 고딕" charset="0"/>
                <a:ea typeface="맑은 고딕" charset="0"/>
              </a:rPr>
              <a:t>글로벌 </a:t>
            </a:r>
            <a:r>
              <a:rPr lang="ko-KR" sz="2200" b="0">
                <a:latin typeface="맑은 고딕" charset="0"/>
                <a:ea typeface="맑은 고딕" charset="0"/>
              </a:rPr>
              <a:t>내비게이션</a:t>
            </a:r>
            <a:r>
              <a:rPr lang="ko-KR" sz="2200" b="0">
                <a:latin typeface="맑은 고딕" charset="0"/>
                <a:ea typeface="맑은 고딕" charset="0"/>
              </a:rPr>
              <a:t>은 </a:t>
            </a:r>
            <a:r>
              <a:rPr lang="ko-KR" sz="2200" b="0">
                <a:latin typeface="맑은 고딕" charset="0"/>
                <a:ea typeface="맑은 고딕" charset="0"/>
              </a:rPr>
              <a:t>너</a:t>
            </a:r>
            <a:r>
              <a:rPr lang="ko-KR" sz="2200" b="0">
                <a:latin typeface="맑은 고딕" charset="0"/>
                <a:ea typeface="맑은 고딕" charset="0"/>
              </a:rPr>
              <a:t>무 </a:t>
            </a:r>
            <a:r>
              <a:rPr lang="ko-KR" sz="2200" b="0">
                <a:latin typeface="맑은 고딕" charset="0"/>
                <a:ea typeface="맑은 고딕" charset="0"/>
              </a:rPr>
              <a:t>단순하</a:t>
            </a:r>
            <a:r>
              <a:rPr lang="ko-KR" sz="2200" b="0">
                <a:latin typeface="맑은 고딕" charset="0"/>
                <a:ea typeface="맑은 고딕" charset="0"/>
              </a:rPr>
              <a:t>고, </a:t>
            </a:r>
            <a:r>
              <a:rPr lang="ko-KR" sz="2200" b="0">
                <a:latin typeface="맑은 고딕" charset="0"/>
                <a:ea typeface="맑은 고딕" charset="0"/>
              </a:rPr>
              <a:t>로</a:t>
            </a:r>
            <a:r>
              <a:rPr lang="ko-KR" sz="2200" b="0">
                <a:latin typeface="맑은 고딕" charset="0"/>
                <a:ea typeface="맑은 고딕" charset="0"/>
              </a:rPr>
              <a:t>컬 </a:t>
            </a:r>
            <a:r>
              <a:rPr lang="ko-KR" sz="2200" b="0">
                <a:latin typeface="맑은 고딕" charset="0"/>
                <a:ea typeface="맑은 고딕" charset="0"/>
              </a:rPr>
              <a:t>내비게이션</a:t>
            </a:r>
            <a:r>
              <a:rPr lang="ko-KR" sz="2200" b="0">
                <a:latin typeface="맑은 고딕" charset="0"/>
                <a:ea typeface="맑은 고딕" charset="0"/>
              </a:rPr>
              <a:t>은 </a:t>
            </a:r>
            <a:r>
              <a:rPr lang="ko-KR" sz="2200" b="0">
                <a:latin typeface="맑은 고딕" charset="0"/>
                <a:ea typeface="맑은 고딕" charset="0"/>
              </a:rPr>
              <a:t>복잡해</a:t>
            </a:r>
            <a:r>
              <a:rPr lang="ko-KR" sz="2200" b="0">
                <a:latin typeface="맑은 고딕" charset="0"/>
                <a:ea typeface="맑은 고딕" charset="0"/>
              </a:rPr>
              <a:t>서 </a:t>
            </a:r>
            <a:r>
              <a:rPr lang="ko-KR" sz="2200" b="1">
                <a:latin typeface="맑은 고딕" charset="0"/>
                <a:ea typeface="맑은 고딕" charset="0"/>
              </a:rPr>
              <a:t>사용</a:t>
            </a:r>
            <a:r>
              <a:rPr lang="ko-KR" sz="2200" b="1">
                <a:latin typeface="맑은 고딕" charset="0"/>
                <a:ea typeface="맑은 고딕" charset="0"/>
              </a:rPr>
              <a:t>자 </a:t>
            </a:r>
            <a:r>
              <a:rPr lang="ko-KR" sz="2200" b="1">
                <a:latin typeface="맑은 고딕" charset="0"/>
                <a:ea typeface="맑은 고딕" charset="0"/>
              </a:rPr>
              <a:t>경험</a:t>
            </a:r>
            <a:r>
              <a:rPr lang="ko-KR" sz="2200" b="1">
                <a:latin typeface="맑은 고딕" charset="0"/>
                <a:ea typeface="맑은 고딕" charset="0"/>
              </a:rPr>
              <a:t>에 큰 </a:t>
            </a:r>
            <a:r>
              <a:rPr lang="ko-KR" sz="2200" b="1">
                <a:latin typeface="맑은 고딕" charset="0"/>
                <a:ea typeface="맑은 고딕" charset="0"/>
              </a:rPr>
              <a:t>혼란</a:t>
            </a:r>
            <a:r>
              <a:rPr lang="ko-KR" sz="2200" b="1">
                <a:latin typeface="맑은 고딕" charset="0"/>
                <a:ea typeface="맑은 고딕" charset="0"/>
              </a:rPr>
              <a:t>을 줌</a:t>
            </a:r>
            <a:r>
              <a:rPr lang="ko-KR" sz="2200" b="1">
                <a:latin typeface="맑은 고딕" charset="0"/>
                <a:ea typeface="맑은 고딕" charset="0"/>
              </a:rPr>
              <a:t> </a:t>
            </a:r>
            <a:endParaRPr lang="ko-KR" altLang="en-US" sz="2400" b="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wnscj/AppData/Roaming/PolarisOffice/ETemp/19684_17631904/image22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-3136900" y="3238500"/>
            <a:ext cx="7786370" cy="7062470"/>
          </a:xfrm>
          <a:prstGeom prst="rect"/>
          <a:noFill/>
        </p:spPr>
      </p:pic>
      <p:sp>
        <p:nvSpPr>
          <p:cNvPr id="3" name="Rect 0"/>
          <p:cNvSpPr txBox="1">
            <a:spLocks/>
          </p:cNvSpPr>
          <p:nvPr/>
        </p:nvSpPr>
        <p:spPr>
          <a:xfrm rot="0">
            <a:off x="17259300" y="9601200"/>
            <a:ext cx="560070" cy="35687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r">
              <a:lnSpc>
                <a:spcPct val="99600"/>
              </a:lnSpc>
              <a:buFontTx/>
              <a:buNone/>
            </a:pPr>
            <a:r>
              <a:rPr lang="en-US" sz="2000" i="0" b="0" strike="noStrike">
                <a:solidFill>
                  <a:srgbClr val="333333"/>
                </a:solidFill>
                <a:latin typeface="Pretendard Medium" charset="0"/>
              </a:rPr>
              <a:t>04</a:t>
            </a:r>
            <a:endParaRPr lang="ko-KR" altLang="en-US" sz="2000" i="0" b="0" strike="noStrike">
              <a:solidFill>
                <a:srgbClr val="333333"/>
              </a:solidFill>
              <a:latin typeface="Pretendard Medium" charset="0"/>
            </a:endParaRPr>
          </a:p>
        </p:txBody>
      </p:sp>
      <p:pic>
        <p:nvPicPr>
          <p:cNvPr id="4" name="Picture " descr="C:/Users/wnscj/AppData/Roaming/PolarisOffice/ETemp/19684_17631904/image23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-12700" y="0"/>
            <a:ext cx="1525270" cy="1017270"/>
          </a:xfrm>
          <a:prstGeom prst="rect"/>
          <a:noFill/>
        </p:spPr>
      </p:pic>
      <p:sp>
        <p:nvSpPr>
          <p:cNvPr id="5" name="Rect 0"/>
          <p:cNvSpPr txBox="1">
            <a:spLocks/>
          </p:cNvSpPr>
          <p:nvPr/>
        </p:nvSpPr>
        <p:spPr>
          <a:xfrm rot="0">
            <a:off x="1691005" y="463550"/>
            <a:ext cx="12180570" cy="85217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1300"/>
              </a:lnSpc>
              <a:buFontTx/>
              <a:buNone/>
            </a:pP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M</a:t>
            </a: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ain_</a:t>
            </a: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h</a:t>
            </a: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eader</a:t>
            </a:r>
            <a:endParaRPr lang="ko-KR" altLang="en-US" sz="4800" i="0" b="0" strike="noStrike">
              <a:solidFill>
                <a:srgbClr val="333333"/>
              </a:solidFill>
              <a:ea typeface="Pretendard Bold" charset="0"/>
            </a:endParaRPr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1691005" y="247650"/>
            <a:ext cx="6160770" cy="31877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800" i="0" b="0" strike="noStrike">
                <a:solidFill>
                  <a:srgbClr val="B7C5CA"/>
                </a:solidFill>
                <a:latin typeface="Pretendard Medium" charset="0"/>
              </a:rPr>
              <a:t>02. </a:t>
            </a:r>
            <a:r>
              <a:rPr lang="ko-KR" sz="1800" i="0" b="0" strike="noStrike">
                <a:solidFill>
                  <a:srgbClr val="B7C5CA"/>
                </a:solidFill>
                <a:latin typeface="Pretendard Medium" charset="0"/>
              </a:rPr>
              <a:t>메인페이지_</a:t>
            </a:r>
            <a:r>
              <a:rPr lang="ko-KR" sz="1800" i="0" b="0" strike="noStrike">
                <a:solidFill>
                  <a:srgbClr val="B7C5CA"/>
                </a:solidFill>
                <a:latin typeface="Pretendard Medium" charset="0"/>
              </a:rPr>
              <a:t>header</a:t>
            </a:r>
            <a:endParaRPr lang="ko-KR" altLang="en-US" sz="1800" i="0" b="0" strike="noStrike">
              <a:solidFill>
                <a:srgbClr val="B7C5CA"/>
              </a:solidFill>
              <a:latin typeface="Pretendard Medium" charset="0"/>
            </a:endParaRPr>
          </a:p>
        </p:txBody>
      </p:sp>
      <p:pic>
        <p:nvPicPr>
          <p:cNvPr id="16" name="Picture " descr="C:/Users/wnscj/AppData/Roaming/PolarisOffice/ETemp/19684_17631904/image24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916400" y="0"/>
            <a:ext cx="1372870" cy="1410970"/>
          </a:xfrm>
          <a:prstGeom prst="rect"/>
          <a:noFill/>
        </p:spPr>
      </p:pic>
      <p:pic>
        <p:nvPicPr>
          <p:cNvPr id="24" name="그림 64" descr="C:/Users/wnscj/AppData/Roaming/PolarisOffice/ETemp/19684_17631904/fImage2019083808467.jpe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014220" y="2324735"/>
            <a:ext cx="7647940" cy="2531745"/>
          </a:xfrm>
          <a:prstGeom prst="rect"/>
          <a:noFill/>
          <a:effectLst>
            <a:outerShdw sx="100000" sy="100000" blurRad="50800" dist="38100" dir="5400000" rotWithShape="0" algn="t">
              <a:srgbClr val="000000">
                <a:alpha val="40000"/>
              </a:srgbClr>
            </a:outerShdw>
          </a:effectLst>
        </p:spPr>
      </p:pic>
      <p:pic>
        <p:nvPicPr>
          <p:cNvPr id="25" name="그림 65" descr="C:/Users/wnscj/AppData/Roaming/PolarisOffice/ETemp/19684_17631904/fImage224403816334.jpe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019935" y="7196455"/>
            <a:ext cx="7633335" cy="1359535"/>
          </a:xfrm>
          <a:prstGeom prst="rect"/>
          <a:noFill/>
          <a:effectLst>
            <a:outerShdw sx="100000" sy="100000" blurRad="50800" dist="38100" dir="5400000" rotWithShape="0" algn="t">
              <a:srgbClr val="000000">
                <a:alpha val="40000"/>
              </a:srgbClr>
            </a:outerShdw>
          </a:effectLst>
        </p:spPr>
      </p:pic>
      <p:pic>
        <p:nvPicPr>
          <p:cNvPr id="26" name="그림 66" descr="C:/Users/wnscj/AppData/Roaming/PolarisOffice/ETemp/19684_17631904/fImage405643826500.jpe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98980" y="5156835"/>
            <a:ext cx="7646035" cy="1245235"/>
          </a:xfrm>
          <a:prstGeom prst="rect"/>
          <a:noFill/>
          <a:effectLst>
            <a:outerShdw sx="100000" sy="100000" blurRad="50800" dist="38100" dir="5400000" rotWithShape="0" algn="t">
              <a:srgbClr val="000000">
                <a:alpha val="40000"/>
              </a:srgbClr>
            </a:outerShdw>
          </a:effectLst>
        </p:spPr>
      </p:pic>
      <p:sp>
        <p:nvSpPr>
          <p:cNvPr id="27" name="텍스트 상자 67"/>
          <p:cNvSpPr txBox="1">
            <a:spLocks/>
          </p:cNvSpPr>
          <p:nvPr/>
        </p:nvSpPr>
        <p:spPr>
          <a:xfrm rot="0">
            <a:off x="10027920" y="7292340"/>
            <a:ext cx="7784465" cy="120078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254000" indent="-254000" algn="l" hangingPunct="1">
              <a:lnSpc>
                <a:spcPct val="150000"/>
              </a:lnSpc>
              <a:buFont typeface="Wingdings"/>
              <a:buChar char="ü"/>
            </a:pPr>
            <a:r>
              <a:rPr sz="2400"/>
              <a:t> </a:t>
            </a:r>
            <a:r>
              <a:rPr sz="2400"/>
              <a:t>네비게이션 메뉴 마우스 </a:t>
            </a:r>
            <a:r>
              <a:rPr lang="ko-KR" sz="2400"/>
              <a:t>호</a:t>
            </a:r>
            <a:r>
              <a:rPr sz="2400"/>
              <a:t>버 시 메뉴 아래에 선 하나가 중간에서 좌우로 펼쳐지듯이 생성</a:t>
            </a:r>
            <a:endParaRPr lang="ko-KR" altLang="en-US" sz="2400">
              <a:latin typeface="맑은 고딕" charset="0"/>
              <a:ea typeface="맑은 고딕" charset="0"/>
            </a:endParaRPr>
          </a:p>
        </p:txBody>
      </p:sp>
      <p:sp>
        <p:nvSpPr>
          <p:cNvPr id="28" name="텍스트 상자 68"/>
          <p:cNvSpPr txBox="1">
            <a:spLocks/>
          </p:cNvSpPr>
          <p:nvPr/>
        </p:nvSpPr>
        <p:spPr>
          <a:xfrm rot="0">
            <a:off x="10015220" y="5537200"/>
            <a:ext cx="6028690" cy="46228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254000" indent="-254000" algn="l" hangingPunct="1">
              <a:buFont typeface="Wingdings"/>
              <a:buChar char="ü"/>
            </a:pPr>
            <a:r>
              <a:rPr sz="2400"/>
              <a:t> </a:t>
            </a:r>
            <a:r>
              <a:rPr sz="2400"/>
              <a:t>헤더 우측 로그인버튼 디자인 및 위치 </a:t>
            </a:r>
            <a:endParaRPr lang="ko-KR" altLang="en-US" sz="2400">
              <a:latin typeface="맑은 고딕" charset="0"/>
              <a:ea typeface="맑은 고딕" charset="0"/>
            </a:endParaRPr>
          </a:p>
        </p:txBody>
      </p:sp>
      <p:sp>
        <p:nvSpPr>
          <p:cNvPr id="29" name="텍스트 상자 69"/>
          <p:cNvSpPr txBox="1">
            <a:spLocks/>
          </p:cNvSpPr>
          <p:nvPr/>
        </p:nvSpPr>
        <p:spPr>
          <a:xfrm rot="0">
            <a:off x="10001250" y="3359785"/>
            <a:ext cx="5756910" cy="46228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254000" indent="-254000" algn="l" hangingPunct="1">
              <a:buFont typeface="Wingdings"/>
              <a:buChar char="ü"/>
            </a:pPr>
            <a:r>
              <a:rPr sz="2400"/>
              <a:t> </a:t>
            </a:r>
            <a:r>
              <a:rPr sz="2400"/>
              <a:t>좌측 로고 및 </a:t>
            </a:r>
            <a:r>
              <a:rPr lang="ko-KR" sz="2400"/>
              <a:t>내</a:t>
            </a:r>
            <a:r>
              <a:rPr sz="2400"/>
              <a:t>비게이션 메뉴 위치 </a:t>
            </a:r>
            <a:endParaRPr lang="ko-KR" altLang="en-US" sz="2400">
              <a:latin typeface="맑은 고딕" charset="0"/>
              <a:ea typeface="맑은 고딕" charset="0"/>
            </a:endParaRPr>
          </a:p>
        </p:txBody>
      </p:sp>
      <p:sp>
        <p:nvSpPr>
          <p:cNvPr id="30" name="텍스트 상자 74"/>
          <p:cNvSpPr txBox="1">
            <a:spLocks/>
          </p:cNvSpPr>
          <p:nvPr/>
        </p:nvSpPr>
        <p:spPr>
          <a:xfrm rot="0">
            <a:off x="2041525" y="1617980"/>
            <a:ext cx="2722245" cy="46228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2400">
                <a:latin typeface="맑은 고딕" charset="0"/>
                <a:ea typeface="맑은 고딕" charset="0"/>
              </a:rPr>
              <a:t>-</a:t>
            </a:r>
            <a:r>
              <a:rPr lang="ko-KR" sz="2400">
                <a:latin typeface="맑은 고딕" charset="0"/>
                <a:ea typeface="맑은 고딕" charset="0"/>
              </a:rPr>
              <a:t> </a:t>
            </a:r>
            <a:r>
              <a:rPr sz="2400">
                <a:latin typeface="맑은 고딕" charset="0"/>
                <a:ea typeface="맑은 고딕" charset="0"/>
              </a:rPr>
              <a:t>벤치마</a:t>
            </a:r>
            <a:r>
              <a:rPr lang="ko-KR" sz="2400">
                <a:latin typeface="맑은 고딕" charset="0"/>
                <a:ea typeface="맑은 고딕" charset="0"/>
              </a:rPr>
              <a:t>킹</a:t>
            </a:r>
            <a:endParaRPr lang="ko-KR" altLang="en-US" sz="24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wnscj/AppData/Roaming/PolarisOffice/ETemp/19684_17631904/image22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-3136900" y="3262630"/>
            <a:ext cx="7786370" cy="7062470"/>
          </a:xfrm>
          <a:prstGeom prst="rect"/>
          <a:noFill/>
        </p:spPr>
      </p:pic>
      <p:sp>
        <p:nvSpPr>
          <p:cNvPr id="3" name="Rect 0"/>
          <p:cNvSpPr txBox="1">
            <a:spLocks/>
          </p:cNvSpPr>
          <p:nvPr/>
        </p:nvSpPr>
        <p:spPr>
          <a:xfrm rot="0">
            <a:off x="17259300" y="9601200"/>
            <a:ext cx="560070" cy="35687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r">
              <a:lnSpc>
                <a:spcPct val="99600"/>
              </a:lnSpc>
              <a:buFontTx/>
              <a:buNone/>
            </a:pPr>
            <a:r>
              <a:rPr lang="en-US" sz="2000" i="0" b="0" strike="noStrike">
                <a:solidFill>
                  <a:srgbClr val="333333"/>
                </a:solidFill>
                <a:latin typeface="Pretendard Medium" charset="0"/>
              </a:rPr>
              <a:t>04</a:t>
            </a:r>
            <a:endParaRPr lang="ko-KR" altLang="en-US" sz="2000" i="0" b="0" strike="noStrike">
              <a:solidFill>
                <a:srgbClr val="333333"/>
              </a:solidFill>
              <a:latin typeface="Pretendard Medium" charset="0"/>
            </a:endParaRPr>
          </a:p>
        </p:txBody>
      </p:sp>
      <p:pic>
        <p:nvPicPr>
          <p:cNvPr id="4" name="Picture " descr="C:/Users/wnscj/AppData/Roaming/PolarisOffice/ETemp/19684_17631904/image23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-12700" y="0"/>
            <a:ext cx="1525270" cy="1017270"/>
          </a:xfrm>
          <a:prstGeom prst="rect"/>
          <a:noFill/>
        </p:spPr>
      </p:pic>
      <p:sp>
        <p:nvSpPr>
          <p:cNvPr id="5" name="Rect 0"/>
          <p:cNvSpPr txBox="1">
            <a:spLocks/>
          </p:cNvSpPr>
          <p:nvPr/>
        </p:nvSpPr>
        <p:spPr>
          <a:xfrm rot="0">
            <a:off x="1691005" y="463550"/>
            <a:ext cx="12180570" cy="85217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1300"/>
              </a:lnSpc>
              <a:buFontTx/>
              <a:buNone/>
            </a:pP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M</a:t>
            </a: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ain_</a:t>
            </a: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h</a:t>
            </a: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eader</a:t>
            </a:r>
            <a:endParaRPr lang="ko-KR" altLang="en-US" sz="4800" i="0" b="0" strike="noStrike">
              <a:solidFill>
                <a:srgbClr val="333333"/>
              </a:solidFill>
              <a:ea typeface="Pretendard Bold" charset="0"/>
            </a:endParaRPr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1691005" y="247650"/>
            <a:ext cx="6160770" cy="31877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800" i="0" b="0" strike="noStrike">
                <a:solidFill>
                  <a:srgbClr val="B7C5CA"/>
                </a:solidFill>
                <a:latin typeface="Pretendard Medium" charset="0"/>
              </a:rPr>
              <a:t>02. </a:t>
            </a:r>
            <a:r>
              <a:rPr lang="ko-KR" sz="1800" i="0" b="0" strike="noStrike">
                <a:solidFill>
                  <a:srgbClr val="B7C5CA"/>
                </a:solidFill>
                <a:latin typeface="Pretendard Medium" charset="0"/>
              </a:rPr>
              <a:t>메인페이지_</a:t>
            </a:r>
            <a:r>
              <a:rPr lang="ko-KR" sz="1800" i="0" b="0" strike="noStrike">
                <a:solidFill>
                  <a:srgbClr val="B7C5CA"/>
                </a:solidFill>
                <a:latin typeface="Pretendard Medium" charset="0"/>
              </a:rPr>
              <a:t>header</a:t>
            </a:r>
            <a:endParaRPr lang="ko-KR" altLang="en-US" sz="1800" i="0" b="0" strike="noStrike">
              <a:solidFill>
                <a:srgbClr val="B7C5CA"/>
              </a:solidFill>
              <a:latin typeface="Pretendard Medium" charset="0"/>
            </a:endParaRPr>
          </a:p>
        </p:txBody>
      </p:sp>
      <p:pic>
        <p:nvPicPr>
          <p:cNvPr id="16" name="Picture " descr="C:/Users/wnscj/AppData/Roaming/PolarisOffice/ETemp/19684_17631904/image24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916400" y="0"/>
            <a:ext cx="1372870" cy="1410970"/>
          </a:xfrm>
          <a:prstGeom prst="rect"/>
          <a:noFill/>
        </p:spPr>
      </p:pic>
      <p:pic>
        <p:nvPicPr>
          <p:cNvPr id="17" name="그림 13" descr="C:/Users/wnscj/AppData/Roaming/PolarisOffice/ETemp/19684_17631904/fImage1105043039169.jpe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639945" y="2016760"/>
            <a:ext cx="10060305" cy="2098040"/>
          </a:xfrm>
          <a:prstGeom prst="rect"/>
          <a:noFill/>
          <a:effectLst>
            <a:outerShdw sx="100000" sy="100000" blurRad="50800" dist="38100" dir="2700000" rotWithShape="0" algn="tl">
              <a:srgbClr val="000000">
                <a:alpha val="40000"/>
              </a:srgbClr>
            </a:outerShdw>
          </a:effectLst>
        </p:spPr>
      </p:pic>
      <p:pic>
        <p:nvPicPr>
          <p:cNvPr id="18" name="그림 15" descr="C:/Users/wnscj/AppData/Roaming/PolarisOffice/ETemp/19684_17631904/fImage2725653045724.jpe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643755" y="5750560"/>
            <a:ext cx="10060940" cy="2072005"/>
          </a:xfrm>
          <a:prstGeom prst="rect"/>
          <a:noFill/>
          <a:effectLst>
            <a:outerShdw sx="100000" sy="100000" blurRad="50800" dist="38100" dir="2700000" rotWithShape="0" algn="tl">
              <a:srgbClr val="000000">
                <a:alpha val="40000"/>
              </a:srgbClr>
            </a:outerShdw>
          </a:effectLst>
        </p:spPr>
      </p:pic>
      <p:sp>
        <p:nvSpPr>
          <p:cNvPr id="19" name="텍스트 상자 17"/>
          <p:cNvSpPr txBox="1">
            <a:spLocks/>
          </p:cNvSpPr>
          <p:nvPr/>
        </p:nvSpPr>
        <p:spPr>
          <a:xfrm rot="0">
            <a:off x="4643120" y="8046720"/>
            <a:ext cx="9645015" cy="193992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254000" indent="-254000" algn="l" hangingPunct="1">
              <a:lnSpc>
                <a:spcPct val="150000"/>
              </a:lnSpc>
              <a:buClr>
                <a:srgbClr val="000000"/>
              </a:buClr>
              <a:buFont typeface="Wingdings"/>
              <a:buChar char="ü"/>
            </a:pPr>
            <a:r>
              <a:rPr lang="ko-KR" sz="2000">
                <a:latin typeface="맑은 고딕" charset="0"/>
                <a:ea typeface="맑은 고딕" charset="0"/>
              </a:rPr>
              <a:t>현재 </a:t>
            </a:r>
            <a:r>
              <a:rPr lang="ko-KR" sz="2000">
                <a:latin typeface="맑은 고딕" charset="0"/>
                <a:ea typeface="맑은 고딕" charset="0"/>
              </a:rPr>
              <a:t>페이</a:t>
            </a:r>
            <a:r>
              <a:rPr lang="ko-KR" sz="2000">
                <a:latin typeface="맑은 고딕" charset="0"/>
                <a:ea typeface="맑은 고딕" charset="0"/>
              </a:rPr>
              <a:t>지 </a:t>
            </a:r>
            <a:r>
              <a:rPr lang="ko-KR" sz="2000">
                <a:latin typeface="맑은 고딕" charset="0"/>
                <a:ea typeface="맑은 고딕" charset="0"/>
              </a:rPr>
              <a:t>표</a:t>
            </a:r>
            <a:r>
              <a:rPr lang="ko-KR" sz="2000">
                <a:latin typeface="맑은 고딕" charset="0"/>
                <a:ea typeface="맑은 고딕" charset="0"/>
              </a:rPr>
              <a:t>시 </a:t>
            </a:r>
            <a:r>
              <a:rPr lang="ko-KR" sz="2000">
                <a:solidFill>
                  <a:schemeClr val="bg1">
                    <a:lumMod val="50000"/>
                    <a:lumOff val="0"/>
                  </a:schemeClr>
                </a:solidFill>
                <a:latin typeface="맑은 고딕" charset="0"/>
                <a:ea typeface="맑은 고딕" charset="0"/>
              </a:rPr>
              <a:t>ex) </a:t>
            </a:r>
            <a:r>
              <a:rPr lang="ko-KR" sz="2000">
                <a:solidFill>
                  <a:schemeClr val="bg1">
                    <a:lumMod val="50000"/>
                    <a:lumOff val="0"/>
                  </a:schemeClr>
                </a:solidFill>
                <a:latin typeface="맑은 고딕" charset="0"/>
                <a:ea typeface="맑은 고딕" charset="0"/>
              </a:rPr>
              <a:t>리뷰 </a:t>
            </a:r>
            <a:r>
              <a:rPr lang="ko-KR" sz="2000">
                <a:solidFill>
                  <a:schemeClr val="bg1">
                    <a:lumMod val="50000"/>
                    <a:lumOff val="0"/>
                  </a:schemeClr>
                </a:solidFill>
                <a:latin typeface="맑은 고딕" charset="0"/>
                <a:ea typeface="맑은 고딕" charset="0"/>
              </a:rPr>
              <a:t>페이지</a:t>
            </a:r>
            <a:r>
              <a:rPr lang="ko-KR" sz="2000">
                <a:solidFill>
                  <a:schemeClr val="bg1">
                    <a:lumMod val="50000"/>
                    <a:lumOff val="0"/>
                  </a:schemeClr>
                </a:solidFill>
                <a:latin typeface="맑은 고딕" charset="0"/>
                <a:ea typeface="맑은 고딕" charset="0"/>
              </a:rPr>
              <a:t>로 </a:t>
            </a:r>
            <a:r>
              <a:rPr lang="ko-KR" sz="2000">
                <a:solidFill>
                  <a:schemeClr val="bg1">
                    <a:lumMod val="50000"/>
                    <a:lumOff val="0"/>
                  </a:schemeClr>
                </a:solidFill>
                <a:latin typeface="맑은 고딕" charset="0"/>
                <a:ea typeface="맑은 고딕" charset="0"/>
              </a:rPr>
              <a:t>이</a:t>
            </a:r>
            <a:r>
              <a:rPr lang="ko-KR" sz="2000">
                <a:solidFill>
                  <a:schemeClr val="bg1">
                    <a:lumMod val="50000"/>
                    <a:lumOff val="0"/>
                  </a:schemeClr>
                </a:solidFill>
                <a:latin typeface="맑은 고딕" charset="0"/>
                <a:ea typeface="맑은 고딕" charset="0"/>
              </a:rPr>
              <a:t>동 시 </a:t>
            </a:r>
            <a:r>
              <a:rPr lang="ko-KR" sz="2000">
                <a:solidFill>
                  <a:schemeClr val="bg1">
                    <a:lumMod val="50000"/>
                    <a:lumOff val="0"/>
                  </a:schemeClr>
                </a:solidFill>
                <a:latin typeface="맑은 고딕" charset="0"/>
                <a:ea typeface="맑은 고딕" charset="0"/>
              </a:rPr>
              <a:t>커뮤니티</a:t>
            </a:r>
            <a:r>
              <a:rPr lang="ko-KR" sz="2000">
                <a:solidFill>
                  <a:schemeClr val="bg1">
                    <a:lumMod val="50000"/>
                    <a:lumOff val="0"/>
                  </a:schemeClr>
                </a:solidFill>
                <a:latin typeface="맑은 고딕" charset="0"/>
                <a:ea typeface="맑은 고딕" charset="0"/>
              </a:rPr>
              <a:t>에 </a:t>
            </a:r>
            <a:r>
              <a:rPr lang="ko-KR" sz="2000">
                <a:solidFill>
                  <a:schemeClr val="bg1">
                    <a:lumMod val="50000"/>
                    <a:lumOff val="0"/>
                  </a:schemeClr>
                </a:solidFill>
                <a:latin typeface="맑은 고딕" charset="0"/>
                <a:ea typeface="맑은 고딕" charset="0"/>
              </a:rPr>
              <a:t>밑줄</a:t>
            </a:r>
            <a:r>
              <a:rPr lang="ko-KR" sz="2000">
                <a:solidFill>
                  <a:schemeClr val="bg1">
                    <a:lumMod val="50000"/>
                    <a:lumOff val="0"/>
                  </a:schemeClr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2000">
                <a:solidFill>
                  <a:schemeClr val="bg1">
                    <a:lumMod val="50000"/>
                    <a:lumOff val="0"/>
                  </a:schemeClr>
                </a:solidFill>
                <a:latin typeface="맑은 고딕" charset="0"/>
                <a:ea typeface="맑은 고딕" charset="0"/>
              </a:rPr>
              <a:t>표</a:t>
            </a:r>
            <a:r>
              <a:rPr lang="ko-KR" sz="2000">
                <a:solidFill>
                  <a:schemeClr val="bg1">
                    <a:lumMod val="50000"/>
                    <a:lumOff val="0"/>
                  </a:schemeClr>
                </a:solidFill>
                <a:latin typeface="맑은 고딕" charset="0"/>
                <a:ea typeface="맑은 고딕" charset="0"/>
              </a:rPr>
              <a:t>시</a:t>
            </a:r>
            <a:endParaRPr lang="ko-KR" altLang="en-US" sz="20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lnSpc>
                <a:spcPct val="150000"/>
              </a:lnSpc>
              <a:buFont typeface="Wingdings"/>
              <a:buChar char="ü"/>
            </a:pPr>
            <a:r>
              <a:rPr lang="ko-KR" sz="2000">
                <a:latin typeface="맑은 고딕" charset="0"/>
                <a:ea typeface="맑은 고딕" charset="0"/>
              </a:rPr>
              <a:t>로그</a:t>
            </a:r>
            <a:r>
              <a:rPr lang="ko-KR" sz="2000">
                <a:latin typeface="맑은 고딕" charset="0"/>
                <a:ea typeface="맑은 고딕" charset="0"/>
              </a:rPr>
              <a:t>인 상태에 </a:t>
            </a:r>
            <a:r>
              <a:rPr lang="ko-KR" sz="2000">
                <a:latin typeface="맑은 고딕" charset="0"/>
                <a:ea typeface="맑은 고딕" charset="0"/>
              </a:rPr>
              <a:t>따</a:t>
            </a:r>
            <a:r>
              <a:rPr lang="ko-KR" sz="2000">
                <a:latin typeface="맑은 고딕" charset="0"/>
                <a:ea typeface="맑은 고딕" charset="0"/>
              </a:rPr>
              <a:t>른 </a:t>
            </a:r>
            <a:r>
              <a:rPr lang="ko-KR" sz="2000">
                <a:latin typeface="맑은 고딕" charset="0"/>
                <a:ea typeface="맑은 고딕" charset="0"/>
              </a:rPr>
              <a:t>메뉴</a:t>
            </a:r>
            <a:r>
              <a:rPr lang="ko-KR" sz="2000">
                <a:latin typeface="맑은 고딕" charset="0"/>
                <a:ea typeface="맑은 고딕" charset="0"/>
              </a:rPr>
              <a:t> </a:t>
            </a:r>
            <a:r>
              <a:rPr lang="ko-KR" sz="2000">
                <a:latin typeface="맑은 고딕" charset="0"/>
                <a:ea typeface="맑은 고딕" charset="0"/>
              </a:rPr>
              <a:t>변</a:t>
            </a:r>
            <a:r>
              <a:rPr lang="ko-KR" sz="2000">
                <a:latin typeface="맑은 고딕" charset="0"/>
                <a:ea typeface="맑은 고딕" charset="0"/>
              </a:rPr>
              <a:t>경 </a:t>
            </a:r>
            <a:endParaRPr lang="ko-KR" altLang="en-US" sz="20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lnSpc>
                <a:spcPct val="150000"/>
              </a:lnSpc>
              <a:buFont typeface="Wingdings"/>
              <a:buChar char="ü"/>
            </a:pPr>
            <a:r>
              <a:rPr lang="ko-KR" sz="2000">
                <a:latin typeface="맑은 고딕" charset="0"/>
                <a:ea typeface="맑은 고딕" charset="0"/>
              </a:rPr>
              <a:t>스</a:t>
            </a:r>
            <a:r>
              <a:rPr lang="ko-KR" sz="2000">
                <a:latin typeface="맑은 고딕" charset="0"/>
                <a:ea typeface="맑은 고딕" charset="0"/>
              </a:rPr>
              <a:t>크롤에 </a:t>
            </a:r>
            <a:r>
              <a:rPr lang="ko-KR" sz="2000">
                <a:latin typeface="맑은 고딕" charset="0"/>
                <a:ea typeface="맑은 고딕" charset="0"/>
              </a:rPr>
              <a:t>따</a:t>
            </a:r>
            <a:r>
              <a:rPr lang="ko-KR" sz="2000">
                <a:latin typeface="맑은 고딕" charset="0"/>
                <a:ea typeface="맑은 고딕" charset="0"/>
              </a:rPr>
              <a:t>른 </a:t>
            </a:r>
            <a:r>
              <a:rPr lang="ko-KR" sz="2000" b="1">
                <a:latin typeface="맑은 고딕" charset="0"/>
                <a:ea typeface="맑은 고딕" charset="0"/>
              </a:rPr>
              <a:t>헤</a:t>
            </a:r>
            <a:r>
              <a:rPr lang="ko-KR" sz="2000" b="1">
                <a:latin typeface="맑은 고딕" charset="0"/>
                <a:ea typeface="맑은 고딕" charset="0"/>
              </a:rPr>
              <a:t>더 </a:t>
            </a:r>
            <a:r>
              <a:rPr lang="ko-KR" sz="2000" b="1">
                <a:latin typeface="맑은 고딕" charset="0"/>
                <a:ea typeface="맑은 고딕" charset="0"/>
              </a:rPr>
              <a:t>숨기</a:t>
            </a:r>
            <a:r>
              <a:rPr lang="ko-KR" sz="2000" b="1">
                <a:latin typeface="맑은 고딕" charset="0"/>
                <a:ea typeface="맑은 고딕" charset="0"/>
              </a:rPr>
              <a:t>기 / </a:t>
            </a:r>
            <a:r>
              <a:rPr lang="ko-KR" sz="2000" b="1">
                <a:latin typeface="맑은 고딕" charset="0"/>
                <a:ea typeface="맑은 고딕" charset="0"/>
              </a:rPr>
              <a:t>보이</a:t>
            </a:r>
            <a:r>
              <a:rPr lang="ko-KR" sz="2000" b="1">
                <a:latin typeface="맑은 고딕" charset="0"/>
                <a:ea typeface="맑은 고딕" charset="0"/>
              </a:rPr>
              <a:t>기</a:t>
            </a:r>
            <a:endParaRPr lang="ko-KR" altLang="en-US" sz="20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lnSpc>
                <a:spcPct val="150000"/>
              </a:lnSpc>
              <a:buFont typeface="Wingdings"/>
              <a:buChar char="ü"/>
            </a:pPr>
            <a:r>
              <a:rPr lang="ko-KR" sz="2000">
                <a:latin typeface="맑은 고딕" charset="0"/>
                <a:ea typeface="맑은 고딕" charset="0"/>
              </a:rPr>
              <a:t>메뉴 </a:t>
            </a:r>
            <a:r>
              <a:rPr lang="ko-KR" sz="2000">
                <a:latin typeface="맑은 고딕" charset="0"/>
                <a:ea typeface="맑은 고딕" charset="0"/>
              </a:rPr>
              <a:t>hover </a:t>
            </a:r>
            <a:r>
              <a:rPr lang="ko-KR" sz="2000">
                <a:latin typeface="맑은 고딕" charset="0"/>
                <a:ea typeface="맑은 고딕" charset="0"/>
              </a:rPr>
              <a:t>시 </a:t>
            </a:r>
            <a:r>
              <a:rPr lang="ko-KR" sz="2000" b="1">
                <a:latin typeface="맑은 고딕" charset="0"/>
                <a:ea typeface="맑은 고딕" charset="0"/>
              </a:rPr>
              <a:t>delay 애니메이</a:t>
            </a:r>
            <a:r>
              <a:rPr lang="ko-KR" sz="2000" b="1">
                <a:latin typeface="맑은 고딕" charset="0"/>
                <a:ea typeface="맑은 고딕" charset="0"/>
              </a:rPr>
              <a:t>션</a:t>
            </a:r>
            <a:endParaRPr lang="ko-KR" altLang="en-US" sz="2000">
              <a:latin typeface="맑은 고딕" charset="0"/>
              <a:ea typeface="맑은 고딕" charset="0"/>
            </a:endParaRPr>
          </a:p>
        </p:txBody>
      </p:sp>
      <p:sp>
        <p:nvSpPr>
          <p:cNvPr id="20" name="텍스트 상자 19"/>
          <p:cNvSpPr txBox="1">
            <a:spLocks/>
          </p:cNvSpPr>
          <p:nvPr/>
        </p:nvSpPr>
        <p:spPr>
          <a:xfrm rot="0">
            <a:off x="2726055" y="2012315"/>
            <a:ext cx="1679575" cy="46228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2400">
                <a:latin typeface="맑은 고딕" charset="0"/>
                <a:ea typeface="맑은 고딕" charset="0"/>
              </a:rPr>
              <a:t>W</a:t>
            </a:r>
            <a:r>
              <a:rPr lang="ko-KR" sz="2400">
                <a:latin typeface="맑은 고딕" charset="0"/>
                <a:ea typeface="맑은 고딕" charset="0"/>
              </a:rPr>
              <a:t>ireF</a:t>
            </a:r>
            <a:r>
              <a:rPr lang="ko-KR" sz="2400">
                <a:latin typeface="맑은 고딕" charset="0"/>
                <a:ea typeface="맑은 고딕" charset="0"/>
              </a:rPr>
              <a:t>r</a:t>
            </a:r>
            <a:r>
              <a:rPr lang="ko-KR" sz="2400">
                <a:latin typeface="맑은 고딕" charset="0"/>
                <a:ea typeface="맑은 고딕" charset="0"/>
              </a:rPr>
              <a:t>ame</a:t>
            </a:r>
            <a:endParaRPr lang="ko-KR" altLang="en-US" sz="2400">
              <a:latin typeface="맑은 고딕" charset="0"/>
              <a:ea typeface="맑은 고딕" charset="0"/>
            </a:endParaRPr>
          </a:p>
        </p:txBody>
      </p:sp>
      <p:sp>
        <p:nvSpPr>
          <p:cNvPr id="21" name="텍스트 상자 20"/>
          <p:cNvSpPr txBox="1">
            <a:spLocks/>
          </p:cNvSpPr>
          <p:nvPr/>
        </p:nvSpPr>
        <p:spPr>
          <a:xfrm rot="0">
            <a:off x="3249930" y="4547870"/>
            <a:ext cx="1155700" cy="46228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2400">
                <a:latin typeface="맑은 고딕" charset="0"/>
                <a:ea typeface="맑은 고딕" charset="0"/>
              </a:rPr>
              <a:t>D</a:t>
            </a:r>
            <a:r>
              <a:rPr sz="2400">
                <a:latin typeface="맑은 고딕" charset="0"/>
                <a:ea typeface="맑은 고딕" charset="0"/>
              </a:rPr>
              <a:t>esign</a:t>
            </a:r>
            <a:endParaRPr lang="ko-KR" altLang="en-US" sz="2400">
              <a:latin typeface="맑은 고딕" charset="0"/>
              <a:ea typeface="맑은 고딕" charset="0"/>
            </a:endParaRPr>
          </a:p>
        </p:txBody>
      </p:sp>
      <p:pic>
        <p:nvPicPr>
          <p:cNvPr id="22" name="그림 21" descr="C:/Users/wnscj/AppData/Roaming/PolarisOffice/ETemp/19684_17631904/fImage1367893091478.jpe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643755" y="4535805"/>
            <a:ext cx="10108565" cy="104711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wnscj/AppData/Roaming/PolarisOffice/ETemp/19684_17631904/image22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-3136900" y="3262630"/>
            <a:ext cx="7786370" cy="7062470"/>
          </a:xfrm>
          <a:prstGeom prst="rect"/>
          <a:noFill/>
        </p:spPr>
      </p:pic>
      <p:sp>
        <p:nvSpPr>
          <p:cNvPr id="22" name="도형 43"/>
          <p:cNvSpPr>
            <a:spLocks/>
          </p:cNvSpPr>
          <p:nvPr/>
        </p:nvSpPr>
        <p:spPr>
          <a:xfrm rot="0">
            <a:off x="9483725" y="2543810"/>
            <a:ext cx="5228590" cy="4161790"/>
          </a:xfrm>
          <a:prstGeom prst="roundRect"/>
          <a:solidFill>
            <a:srgbClr val="212429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3" name="도형 44"/>
          <p:cNvSpPr>
            <a:spLocks/>
          </p:cNvSpPr>
          <p:nvPr/>
        </p:nvSpPr>
        <p:spPr>
          <a:xfrm rot="0">
            <a:off x="7470775" y="5918200"/>
            <a:ext cx="5184775" cy="4150995"/>
          </a:xfrm>
          <a:prstGeom prst="roundRect"/>
          <a:solidFill>
            <a:srgbClr val="212429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4" name="도형 45"/>
          <p:cNvSpPr>
            <a:spLocks/>
          </p:cNvSpPr>
          <p:nvPr/>
        </p:nvSpPr>
        <p:spPr>
          <a:xfrm rot="0">
            <a:off x="12096115" y="5918200"/>
            <a:ext cx="5185410" cy="4150995"/>
          </a:xfrm>
          <a:prstGeom prst="roundRect"/>
          <a:solidFill>
            <a:srgbClr val="212429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1" name="도형 39"/>
          <p:cNvSpPr>
            <a:spLocks/>
          </p:cNvSpPr>
          <p:nvPr/>
        </p:nvSpPr>
        <p:spPr>
          <a:xfrm rot="0">
            <a:off x="1008380" y="2548890"/>
            <a:ext cx="5680075" cy="4822825"/>
          </a:xfrm>
          <a:prstGeom prst="roundRect"/>
          <a:solidFill>
            <a:srgbClr val="171A21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17259300" y="9601200"/>
            <a:ext cx="560070" cy="35687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r">
              <a:lnSpc>
                <a:spcPct val="99600"/>
              </a:lnSpc>
              <a:buFontTx/>
              <a:buNone/>
            </a:pPr>
            <a:r>
              <a:rPr lang="en-US" sz="2000" i="0" b="0" strike="noStrike">
                <a:solidFill>
                  <a:srgbClr val="333333"/>
                </a:solidFill>
                <a:latin typeface="Pretendard Medium" charset="0"/>
              </a:rPr>
              <a:t>04</a:t>
            </a:r>
            <a:endParaRPr lang="ko-KR" altLang="en-US" sz="2000" i="0" b="0" strike="noStrike">
              <a:solidFill>
                <a:srgbClr val="333333"/>
              </a:solidFill>
              <a:latin typeface="Pretendard Medium" charset="0"/>
            </a:endParaRPr>
          </a:p>
        </p:txBody>
      </p:sp>
      <p:pic>
        <p:nvPicPr>
          <p:cNvPr id="4" name="Picture " descr="C:/Users/wnscj/AppData/Roaming/PolarisOffice/ETemp/19684_17631904/image23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-12700" y="0"/>
            <a:ext cx="1525270" cy="1017270"/>
          </a:xfrm>
          <a:prstGeom prst="rect"/>
          <a:noFill/>
        </p:spPr>
      </p:pic>
      <p:sp>
        <p:nvSpPr>
          <p:cNvPr id="5" name="Rect 0"/>
          <p:cNvSpPr txBox="1">
            <a:spLocks/>
          </p:cNvSpPr>
          <p:nvPr/>
        </p:nvSpPr>
        <p:spPr>
          <a:xfrm rot="0">
            <a:off x="1691005" y="463550"/>
            <a:ext cx="12180570" cy="85217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1300"/>
              </a:lnSpc>
              <a:buFontTx/>
              <a:buNone/>
            </a:pP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M</a:t>
            </a: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ain_</a:t>
            </a: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h</a:t>
            </a: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eader</a:t>
            </a:r>
            <a:endParaRPr lang="ko-KR" altLang="en-US" sz="4800" i="0" b="0" strike="noStrike">
              <a:solidFill>
                <a:srgbClr val="333333"/>
              </a:solidFill>
              <a:ea typeface="Pretendard Bold" charset="0"/>
            </a:endParaRPr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1691005" y="247650"/>
            <a:ext cx="6160770" cy="31877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800" i="0" b="0" strike="noStrike">
                <a:solidFill>
                  <a:srgbClr val="B7C5CA"/>
                </a:solidFill>
                <a:latin typeface="Pretendard Medium" charset="0"/>
              </a:rPr>
              <a:t>02. </a:t>
            </a:r>
            <a:r>
              <a:rPr lang="ko-KR" sz="1800" i="0" b="0" strike="noStrike">
                <a:solidFill>
                  <a:srgbClr val="B7C5CA"/>
                </a:solidFill>
                <a:latin typeface="Pretendard Medium" charset="0"/>
              </a:rPr>
              <a:t>서브페이지_l</a:t>
            </a:r>
            <a:r>
              <a:rPr lang="ko-KR" sz="1800" i="0" b="0" strike="noStrike">
                <a:solidFill>
                  <a:srgbClr val="B7C5CA"/>
                </a:solidFill>
                <a:latin typeface="Pretendard Medium" charset="0"/>
              </a:rPr>
              <a:t>ogin</a:t>
            </a:r>
            <a:endParaRPr lang="ko-KR" altLang="en-US" sz="1800" i="0" b="0" strike="noStrike">
              <a:solidFill>
                <a:srgbClr val="B7C5CA"/>
              </a:solidFill>
              <a:latin typeface="Pretendard Medium" charset="0"/>
            </a:endParaRPr>
          </a:p>
        </p:txBody>
      </p:sp>
      <p:pic>
        <p:nvPicPr>
          <p:cNvPr id="16" name="Picture " descr="C:/Users/wnscj/AppData/Roaming/PolarisOffice/ETemp/19684_17631904/image24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916400" y="0"/>
            <a:ext cx="1372870" cy="1410970"/>
          </a:xfrm>
          <a:prstGeom prst="rect"/>
          <a:noFill/>
        </p:spPr>
      </p:pic>
      <p:pic>
        <p:nvPicPr>
          <p:cNvPr id="17" name="그림 22" descr="C:/Users/wnscj/AppData/Roaming/PolarisOffice/ETemp/19684_17631904/fImage4320583239358.jpe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330960" y="2905760"/>
            <a:ext cx="5036185" cy="4108450"/>
          </a:xfrm>
          <a:prstGeom prst="rect"/>
          <a:noFill/>
        </p:spPr>
      </p:pic>
      <p:pic>
        <p:nvPicPr>
          <p:cNvPr id="20" name="그림 26" descr="C:/Users/wnscj/AppData/Roaming/PolarisOffice/ETemp/19684_17631904/fImage589953276962.jpe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611995" y="2950210"/>
            <a:ext cx="4816475" cy="3314700"/>
          </a:xfrm>
          <a:prstGeom prst="rect"/>
          <a:noFill/>
        </p:spPr>
      </p:pic>
      <p:pic>
        <p:nvPicPr>
          <p:cNvPr id="19" name="그림 25" descr="C:/Users/wnscj/AppData/Roaming/PolarisOffice/ETemp/19684_17631904/fImage727473264464.jpe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225790" y="6173470"/>
            <a:ext cx="4051935" cy="3661410"/>
          </a:xfrm>
          <a:prstGeom prst="rect"/>
          <a:noFill/>
        </p:spPr>
      </p:pic>
      <p:pic>
        <p:nvPicPr>
          <p:cNvPr id="18" name="그림 24" descr="C:/Users/wnscj/AppData/Roaming/PolarisOffice/ETemp/19684_17631904/fImage452873255705.jpeg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706985" y="6139815"/>
            <a:ext cx="3787775" cy="3651250"/>
          </a:xfrm>
          <a:prstGeom prst="rect"/>
          <a:noFill/>
        </p:spPr>
      </p:pic>
      <p:sp>
        <p:nvSpPr>
          <p:cNvPr id="25" name="텍스트 상자 62"/>
          <p:cNvSpPr txBox="1">
            <a:spLocks/>
          </p:cNvSpPr>
          <p:nvPr/>
        </p:nvSpPr>
        <p:spPr>
          <a:xfrm rot="0">
            <a:off x="2626995" y="1904365"/>
            <a:ext cx="2422525" cy="43180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2200">
                <a:latin typeface="맑은 고딕" charset="0"/>
                <a:ea typeface="맑은 고딕" charset="0"/>
              </a:rPr>
              <a:t>기존 </a:t>
            </a:r>
            <a:r>
              <a:rPr lang="ko-KR" sz="2200">
                <a:latin typeface="맑은 고딕" charset="0"/>
                <a:ea typeface="맑은 고딕" charset="0"/>
              </a:rPr>
              <a:t>login</a:t>
            </a:r>
            <a:r>
              <a:rPr lang="ko-KR" sz="2200">
                <a:latin typeface="맑은 고딕" charset="0"/>
                <a:ea typeface="맑은 고딕" charset="0"/>
              </a:rPr>
              <a:t> </a:t>
            </a:r>
            <a:r>
              <a:rPr lang="ko-KR" sz="2200">
                <a:latin typeface="맑은 고딕" charset="0"/>
                <a:ea typeface="맑은 고딕" charset="0"/>
              </a:rPr>
              <a:t>페이</a:t>
            </a:r>
            <a:r>
              <a:rPr lang="ko-KR" sz="2200">
                <a:latin typeface="맑은 고딕" charset="0"/>
                <a:ea typeface="맑은 고딕" charset="0"/>
              </a:rPr>
              <a:t>지</a:t>
            </a:r>
            <a:endParaRPr lang="ko-KR" altLang="en-US" sz="2200">
              <a:latin typeface="맑은 고딕" charset="0"/>
              <a:ea typeface="맑은 고딕" charset="0"/>
            </a:endParaRPr>
          </a:p>
        </p:txBody>
      </p:sp>
      <p:sp>
        <p:nvSpPr>
          <p:cNvPr id="26" name="텍스트 상자 63"/>
          <p:cNvSpPr txBox="1">
            <a:spLocks/>
          </p:cNvSpPr>
          <p:nvPr/>
        </p:nvSpPr>
        <p:spPr>
          <a:xfrm rot="0">
            <a:off x="10885805" y="1891030"/>
            <a:ext cx="2980690" cy="43180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2200">
                <a:latin typeface="맑은 고딕" charset="0"/>
                <a:ea typeface="맑은 고딕" charset="0"/>
              </a:rPr>
              <a:t>기존 </a:t>
            </a:r>
            <a:r>
              <a:rPr lang="ko-KR" sz="2200">
                <a:latin typeface="맑은 고딕" charset="0"/>
                <a:ea typeface="맑은 고딕" charset="0"/>
              </a:rPr>
              <a:t>sign_up 페이</a:t>
            </a:r>
            <a:r>
              <a:rPr lang="ko-KR" sz="2200">
                <a:latin typeface="맑은 고딕" charset="0"/>
                <a:ea typeface="맑은 고딕" charset="0"/>
              </a:rPr>
              <a:t>지</a:t>
            </a:r>
            <a:endParaRPr lang="ko-KR" altLang="en-US" sz="22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wnscj/AppData/Roaming/PolarisOffice/ETemp/19684_17631904/image22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-3136900" y="3262630"/>
            <a:ext cx="7786370" cy="7062470"/>
          </a:xfrm>
          <a:prstGeom prst="rect"/>
          <a:noFill/>
        </p:spPr>
      </p:pic>
      <p:sp>
        <p:nvSpPr>
          <p:cNvPr id="3" name="Rect 0"/>
          <p:cNvSpPr txBox="1">
            <a:spLocks/>
          </p:cNvSpPr>
          <p:nvPr/>
        </p:nvSpPr>
        <p:spPr>
          <a:xfrm rot="0">
            <a:off x="17259300" y="9601200"/>
            <a:ext cx="560070" cy="35687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r">
              <a:lnSpc>
                <a:spcPct val="99600"/>
              </a:lnSpc>
              <a:buFontTx/>
              <a:buNone/>
            </a:pPr>
            <a:r>
              <a:rPr lang="en-US" sz="2000" i="0" b="0" strike="noStrike">
                <a:solidFill>
                  <a:srgbClr val="333333"/>
                </a:solidFill>
                <a:latin typeface="Pretendard Medium" charset="0"/>
              </a:rPr>
              <a:t>04</a:t>
            </a:r>
            <a:endParaRPr lang="ko-KR" altLang="en-US" sz="2000" i="0" b="0" strike="noStrike">
              <a:solidFill>
                <a:srgbClr val="333333"/>
              </a:solidFill>
              <a:latin typeface="Pretendard Medium" charset="0"/>
            </a:endParaRPr>
          </a:p>
        </p:txBody>
      </p:sp>
      <p:pic>
        <p:nvPicPr>
          <p:cNvPr id="4" name="Picture " descr="C:/Users/wnscj/AppData/Roaming/PolarisOffice/ETemp/19684_17631904/image23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-12700" y="0"/>
            <a:ext cx="1525270" cy="1017270"/>
          </a:xfrm>
          <a:prstGeom prst="rect"/>
          <a:noFill/>
        </p:spPr>
      </p:pic>
      <p:sp>
        <p:nvSpPr>
          <p:cNvPr id="5" name="Rect 0"/>
          <p:cNvSpPr txBox="1">
            <a:spLocks/>
          </p:cNvSpPr>
          <p:nvPr/>
        </p:nvSpPr>
        <p:spPr>
          <a:xfrm rot="0">
            <a:off x="1691005" y="463550"/>
            <a:ext cx="12180570" cy="85217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1300"/>
              </a:lnSpc>
              <a:buFontTx/>
              <a:buNone/>
            </a:pP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L</a:t>
            </a: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ogin / </a:t>
            </a: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s</a:t>
            </a: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i</a:t>
            </a: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g</a:t>
            </a:r>
            <a:r>
              <a:rPr lang="ko-KR" sz="4800" spc="-180" i="0" b="0" strike="noStrike">
                <a:solidFill>
                  <a:srgbClr val="333333"/>
                </a:solidFill>
                <a:ea typeface="Pretendard Bold" charset="0"/>
              </a:rPr>
              <a:t>n_up</a:t>
            </a:r>
            <a:endParaRPr lang="ko-KR" altLang="en-US" sz="4800" i="0" b="0" strike="noStrike">
              <a:solidFill>
                <a:srgbClr val="333333"/>
              </a:solidFill>
              <a:ea typeface="Pretendard Bold" charset="0"/>
            </a:endParaRPr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1691005" y="247650"/>
            <a:ext cx="6160770" cy="318770"/>
          </a:xfrm>
          <a:prstGeom prst="rect"/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1800" i="0" b="0" strike="noStrike">
                <a:solidFill>
                  <a:srgbClr val="B7C5CA"/>
                </a:solidFill>
                <a:latin typeface="Pretendard Medium" charset="0"/>
              </a:rPr>
              <a:t>02. </a:t>
            </a:r>
            <a:r>
              <a:rPr lang="ko-KR" sz="1800" i="0" b="0" strike="noStrike">
                <a:solidFill>
                  <a:srgbClr val="B7C5CA"/>
                </a:solidFill>
                <a:latin typeface="Pretendard Medium" charset="0"/>
              </a:rPr>
              <a:t>서브페이지_l</a:t>
            </a:r>
            <a:r>
              <a:rPr lang="ko-KR" sz="1800" i="0" b="0" strike="noStrike">
                <a:solidFill>
                  <a:srgbClr val="B7C5CA"/>
                </a:solidFill>
                <a:latin typeface="Pretendard Medium" charset="0"/>
              </a:rPr>
              <a:t>ogin</a:t>
            </a:r>
            <a:r>
              <a:rPr lang="ko-KR" sz="1800" i="0" b="0" strike="noStrike">
                <a:solidFill>
                  <a:srgbClr val="B7C5CA"/>
                </a:solidFill>
                <a:latin typeface="Pretendard Medium" charset="0"/>
              </a:rPr>
              <a:t> </a:t>
            </a:r>
            <a:r>
              <a:rPr lang="ko-KR" sz="1800" i="0" b="0" strike="noStrike">
                <a:solidFill>
                  <a:srgbClr val="B7C5CA"/>
                </a:solidFill>
                <a:latin typeface="Pretendard Medium" charset="0"/>
              </a:rPr>
              <a:t>/ </a:t>
            </a:r>
            <a:r>
              <a:rPr lang="ko-KR" sz="1800" i="0" b="0" strike="noStrike">
                <a:solidFill>
                  <a:srgbClr val="B7C5CA"/>
                </a:solidFill>
                <a:latin typeface="Pretendard Medium" charset="0"/>
              </a:rPr>
              <a:t>s</a:t>
            </a:r>
            <a:r>
              <a:rPr lang="ko-KR" sz="1800" i="0" b="0" strike="noStrike">
                <a:solidFill>
                  <a:srgbClr val="B7C5CA"/>
                </a:solidFill>
                <a:latin typeface="Pretendard Medium" charset="0"/>
              </a:rPr>
              <a:t>ign_up</a:t>
            </a:r>
            <a:endParaRPr lang="ko-KR" altLang="en-US" sz="1800" i="0" b="0" strike="noStrike">
              <a:solidFill>
                <a:srgbClr val="B7C5CA"/>
              </a:solidFill>
              <a:latin typeface="Pretendard Medium" charset="0"/>
            </a:endParaRPr>
          </a:p>
        </p:txBody>
      </p:sp>
      <p:pic>
        <p:nvPicPr>
          <p:cNvPr id="16" name="Picture " descr="C:/Users/wnscj/AppData/Roaming/PolarisOffice/ETemp/19684_17631904/image24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6916400" y="0"/>
            <a:ext cx="1372870" cy="141097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상자 3"/>
          <p:cNvSpPr txBox="1">
            <a:spLocks/>
          </p:cNvSpPr>
          <p:nvPr/>
        </p:nvSpPr>
        <p:spPr>
          <a:xfrm rot="0">
            <a:off x="2150745" y="4504055"/>
            <a:ext cx="10246360" cy="341376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buFontTx/>
              <a:buNone/>
            </a:pPr>
            <a:r>
              <a:rPr lang="ko-KR" sz="2400">
                <a:latin typeface="맑은 고딕" charset="0"/>
                <a:ea typeface="맑은 고딕" charset="0"/>
              </a:rPr>
              <a:t>1. </a:t>
            </a:r>
            <a:r>
              <a:rPr sz="2400">
                <a:latin typeface="맑은 고딕" charset="0"/>
                <a:ea typeface="맑은 고딕" charset="0"/>
              </a:rPr>
              <a:t>유저 관련</a:t>
            </a:r>
            <a:r>
              <a:rPr lang="ko-KR" sz="2400">
                <a:latin typeface="맑은 고딕" charset="0"/>
                <a:ea typeface="맑은 고딕" charset="0"/>
              </a:rPr>
              <a:t> </a:t>
            </a:r>
            <a:r>
              <a:rPr lang="ko-KR" sz="2400">
                <a:latin typeface="맑은 고딕" charset="0"/>
                <a:ea typeface="맑은 고딕" charset="0"/>
              </a:rPr>
              <a:t>:</a:t>
            </a:r>
            <a:r>
              <a:rPr lang="ko-KR" sz="2400">
                <a:latin typeface="맑은 고딕" charset="0"/>
                <a:ea typeface="맑은 고딕" charset="0"/>
              </a:rPr>
              <a:t> </a:t>
            </a:r>
            <a:r>
              <a:rPr sz="2400">
                <a:latin typeface="맑은 고딕" charset="0"/>
                <a:ea typeface="맑은 고딕" charset="0"/>
              </a:rPr>
              <a:t>login, signup, mypage, 프로필수정</a:t>
            </a:r>
            <a:endParaRPr lang="ko-KR" altLang="en-US" sz="24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24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2400">
                <a:latin typeface="맑은 고딕" charset="0"/>
                <a:ea typeface="맑은 고딕" charset="0"/>
              </a:rPr>
              <a:t>2. </a:t>
            </a:r>
            <a:r>
              <a:rPr sz="2400">
                <a:latin typeface="맑은 고딕" charset="0"/>
                <a:ea typeface="맑은 고딕" charset="0"/>
              </a:rPr>
              <a:t>쇼핑 흐름</a:t>
            </a:r>
            <a:r>
              <a:rPr sz="2400">
                <a:latin typeface="맑은 고딕" charset="0"/>
                <a:ea typeface="맑은 고딕" charset="0"/>
              </a:rPr>
              <a:t> </a:t>
            </a:r>
            <a:r>
              <a:rPr sz="2400">
                <a:latin typeface="맑은 고딕" charset="0"/>
                <a:ea typeface="맑은 고딕" charset="0"/>
              </a:rPr>
              <a:t>:</a:t>
            </a:r>
            <a:r>
              <a:rPr lang="ko-KR" sz="2400">
                <a:latin typeface="맑은 고딕" charset="0"/>
                <a:ea typeface="맑은 고딕" charset="0"/>
              </a:rPr>
              <a:t> s</a:t>
            </a:r>
            <a:r>
              <a:rPr sz="2400">
                <a:latin typeface="맑은 고딕" charset="0"/>
                <a:ea typeface="맑은 고딕" charset="0"/>
              </a:rPr>
              <a:t>tore, 게임정보창, 구매창</a:t>
            </a:r>
            <a:r>
              <a:rPr lang="ko-KR" sz="2400">
                <a:latin typeface="맑은 고딕" charset="0"/>
                <a:ea typeface="맑은 고딕" charset="0"/>
              </a:rPr>
              <a:t> </a:t>
            </a:r>
            <a:endParaRPr lang="ko-KR" altLang="en-US" sz="24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24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2400">
                <a:latin typeface="맑은 고딕" charset="0"/>
                <a:ea typeface="맑은 고딕" charset="0"/>
              </a:rPr>
              <a:t>3.</a:t>
            </a:r>
            <a:r>
              <a:rPr sz="2400">
                <a:latin typeface="맑은 고딕" charset="0"/>
                <a:ea typeface="맑은 고딕" charset="0"/>
              </a:rPr>
              <a:t> 콘텐츠 탐색</a:t>
            </a:r>
            <a:r>
              <a:rPr sz="2400">
                <a:latin typeface="맑은 고딕" charset="0"/>
                <a:ea typeface="맑은 고딕" charset="0"/>
              </a:rPr>
              <a:t> </a:t>
            </a:r>
            <a:r>
              <a:rPr sz="2400">
                <a:latin typeface="맑은 고딕" charset="0"/>
                <a:ea typeface="맑은 고딕" charset="0"/>
              </a:rPr>
              <a:t>:</a:t>
            </a:r>
            <a:r>
              <a:rPr lang="ko-KR" sz="2400">
                <a:latin typeface="맑은 고딕" charset="0"/>
                <a:ea typeface="맑은 고딕" charset="0"/>
              </a:rPr>
              <a:t> </a:t>
            </a:r>
            <a:r>
              <a:rPr sz="2400">
                <a:latin typeface="맑은 고딕" charset="0"/>
                <a:ea typeface="맑은 고딕" charset="0"/>
              </a:rPr>
              <a:t>ranking,</a:t>
            </a:r>
            <a:r>
              <a:rPr lang="ko-KR" sz="2400">
                <a:latin typeface="맑은 고딕" charset="0"/>
                <a:ea typeface="맑은 고딕" charset="0"/>
              </a:rPr>
              <a:t> </a:t>
            </a:r>
            <a:r>
              <a:rPr sz="2400">
                <a:latin typeface="맑은 고딕" charset="0"/>
                <a:ea typeface="맑은 고딕" charset="0"/>
              </a:rPr>
              <a:t>community(news, review)</a:t>
            </a:r>
            <a:endParaRPr lang="ko-KR" altLang="en-US" sz="24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24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2400">
                <a:latin typeface="맑은 고딕" charset="0"/>
                <a:ea typeface="맑은 고딕" charset="0"/>
              </a:rPr>
              <a:t>4.</a:t>
            </a:r>
            <a:r>
              <a:rPr sz="2400">
                <a:latin typeface="맑은 고딕" charset="0"/>
                <a:ea typeface="맑은 고딕" charset="0"/>
              </a:rPr>
              <a:t> 고객지원</a:t>
            </a:r>
            <a:r>
              <a:rPr lang="ko-KR" sz="2400">
                <a:latin typeface="맑은 고딕" charset="0"/>
                <a:ea typeface="맑은 고딕" charset="0"/>
              </a:rPr>
              <a:t> </a:t>
            </a:r>
            <a:r>
              <a:rPr lang="ko-KR" sz="2400">
                <a:latin typeface="맑은 고딕" charset="0"/>
                <a:ea typeface="맑은 고딕" charset="0"/>
              </a:rPr>
              <a:t>:</a:t>
            </a:r>
            <a:r>
              <a:rPr lang="ko-KR" sz="2400">
                <a:latin typeface="맑은 고딕" charset="0"/>
                <a:ea typeface="맑은 고딕" charset="0"/>
              </a:rPr>
              <a:t> </a:t>
            </a:r>
            <a:r>
              <a:rPr sz="2400">
                <a:latin typeface="맑은 고딕" charset="0"/>
                <a:ea typeface="맑은 고딕" charset="0"/>
              </a:rPr>
              <a:t>qna, notice</a:t>
            </a:r>
            <a:endParaRPr lang="ko-KR" altLang="en-US" sz="24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endParaRPr lang="ko-KR" altLang="en-US" sz="2400">
              <a:latin typeface="맑은 고딕" charset="0"/>
              <a:ea typeface="맑은 고딕" charset="0"/>
            </a:endParaRPr>
          </a:p>
          <a:p>
            <a:pPr marL="0" indent="0" algn="l" hangingPunct="1">
              <a:buFontTx/>
              <a:buNone/>
            </a:pPr>
            <a:r>
              <a:rPr lang="ko-KR" sz="2400">
                <a:latin typeface="맑은 고딕" charset="0"/>
                <a:ea typeface="맑은 고딕" charset="0"/>
              </a:rPr>
              <a:t>5. </a:t>
            </a:r>
            <a:r>
              <a:rPr sz="2400">
                <a:latin typeface="맑은 고딕" charset="0"/>
                <a:ea typeface="맑은 고딕" charset="0"/>
              </a:rPr>
              <a:t>브랜드 소개</a:t>
            </a:r>
            <a:r>
              <a:rPr sz="2400">
                <a:latin typeface="맑은 고딕" charset="0"/>
                <a:ea typeface="맑은 고딕" charset="0"/>
              </a:rPr>
              <a:t> </a:t>
            </a:r>
            <a:r>
              <a:rPr sz="2400">
                <a:latin typeface="맑은 고딕" charset="0"/>
                <a:ea typeface="맑은 고딕" charset="0"/>
              </a:rPr>
              <a:t>:</a:t>
            </a:r>
            <a:r>
              <a:rPr lang="ko-KR" sz="2400">
                <a:latin typeface="맑은 고딕" charset="0"/>
                <a:ea typeface="맑은 고딕" charset="0"/>
              </a:rPr>
              <a:t> </a:t>
            </a:r>
            <a:r>
              <a:rPr sz="2400">
                <a:latin typeface="맑은 고딕" charset="0"/>
                <a:ea typeface="맑은 고딕" charset="0"/>
              </a:rPr>
              <a:t>story.html</a:t>
            </a:r>
            <a:endParaRPr lang="ko-KR" altLang="en-US" sz="2400">
              <a:latin typeface="맑은 고딕" charset="0"/>
              <a:ea typeface="맑은 고딕" charset="0"/>
            </a:endParaRPr>
          </a:p>
        </p:txBody>
      </p:sp>
      <p:sp>
        <p:nvSpPr>
          <p:cNvPr id="3" name="텍스트 상자 4"/>
          <p:cNvSpPr txBox="1">
            <a:spLocks/>
          </p:cNvSpPr>
          <p:nvPr/>
        </p:nvSpPr>
        <p:spPr>
          <a:xfrm>
            <a:off x="948690" y="863600"/>
            <a:ext cx="16435705" cy="341566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hangingPunct="1">
              <a:lnSpc>
                <a:spcPct val="150000"/>
              </a:lnSpc>
              <a:buFontTx/>
              <a:buNone/>
            </a:pPr>
            <a:r>
              <a:rPr sz="2400">
                <a:latin typeface="맑은 고딕" charset="0"/>
                <a:ea typeface="맑은 고딕" charset="0"/>
              </a:rPr>
              <a:t>1. </a:t>
            </a:r>
            <a:r>
              <a:rPr lang="ko-KR" sz="2400">
                <a:latin typeface="맑은 고딕" charset="0"/>
                <a:ea typeface="맑은 고딕" charset="0"/>
              </a:rPr>
              <a:t>스팀 선정 이유</a:t>
            </a:r>
            <a:endParaRPr lang="ko-KR" altLang="en-US" sz="24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150000"/>
              </a:lnSpc>
              <a:buFontTx/>
              <a:buNone/>
            </a:pPr>
            <a:r>
              <a:rPr lang="ko-KR" sz="2400">
                <a:latin typeface="맑은 고딕" charset="0"/>
                <a:ea typeface="맑은 고딕" charset="0"/>
              </a:rPr>
              <a:t>2. 정보 구조 설계</a:t>
            </a:r>
            <a:endParaRPr lang="ko-KR" altLang="en-US" sz="24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150000"/>
              </a:lnSpc>
              <a:buFontTx/>
              <a:buNone/>
            </a:pPr>
            <a:r>
              <a:rPr lang="ko-KR" sz="2400">
                <a:latin typeface="맑은 고딕" charset="0"/>
                <a:ea typeface="맑은 고딕" charset="0"/>
              </a:rPr>
              <a:t>3. 메인 페이지 설명 ( 섹션 별로 기존 사이트 + 벤치마킹 &gt; 와이어프레임, 시안 2~</a:t>
            </a:r>
            <a:r>
              <a:rPr lang="ko-KR" sz="2400">
                <a:latin typeface="맑은 고딕" charset="0"/>
                <a:ea typeface="맑은 고딕" charset="0"/>
              </a:rPr>
              <a:t>3</a:t>
            </a:r>
            <a:r>
              <a:rPr lang="ko-KR" sz="2400">
                <a:latin typeface="맑은 고딕" charset="0"/>
                <a:ea typeface="맑은 고딕" charset="0"/>
              </a:rPr>
              <a:t>p로 보여주면 될듯?  **디자인 시안은 기능 구현위주로 설명)</a:t>
            </a:r>
            <a:endParaRPr lang="ko-KR" altLang="en-US" sz="2400">
              <a:latin typeface="맑은 고딕" charset="0"/>
              <a:ea typeface="맑은 고딕" charset="0"/>
            </a:endParaRPr>
          </a:p>
          <a:p>
            <a:pPr marL="0" indent="0" algn="l" hangingPunct="1">
              <a:lnSpc>
                <a:spcPct val="150000"/>
              </a:lnSpc>
              <a:buFontTx/>
              <a:buNone/>
            </a:pPr>
            <a:r>
              <a:rPr lang="ko-KR" sz="2400">
                <a:latin typeface="맑은 고딕" charset="0"/>
                <a:ea typeface="맑은 고딕" charset="0"/>
              </a:rPr>
              <a:t>4. 서브 페이지 설명( </a:t>
            </a:r>
            <a:r>
              <a:rPr lang="ko-KR" sz="2400" b="1">
                <a:latin typeface="맑은 고딕" charset="0"/>
                <a:ea typeface="맑은 고딕" charset="0"/>
              </a:rPr>
              <a:t>성격 비슷한 페이지끼리</a:t>
            </a:r>
            <a:r>
              <a:rPr lang="ko-KR" sz="2400">
                <a:latin typeface="맑은 고딕" charset="0"/>
                <a:ea typeface="맑은 고딕" charset="0"/>
              </a:rPr>
              <a:t>, 마찬가지로 기존 사이트 + 벤치마킹 먼저 보여주고 와이어프레임, 시안  **디자인 시안은 기능 구현위주로 설명)</a:t>
            </a:r>
            <a:endParaRPr lang="ko-KR" altLang="en-US" sz="2400">
              <a:latin typeface="맑은 고딕" charset="0"/>
              <a:ea typeface="맑은 고딕" charset="0"/>
            </a:endParaRPr>
          </a:p>
        </p:txBody>
      </p:sp>
      <p:cxnSp>
        <p:nvCxnSpPr>
          <p:cNvPr id="4" name="도형 77"/>
          <p:cNvCxnSpPr/>
          <p:nvPr/>
        </p:nvCxnSpPr>
        <p:spPr>
          <a:xfrm rot="0">
            <a:off x="1170305" y="4367530"/>
            <a:ext cx="803910" cy="422275"/>
          </a:xfrm>
          <a:prstGeom prst="bentConnector3">
            <a:avLst>
              <a:gd name="adj1" fmla="val -1657"/>
            </a:avLst>
          </a:prstGeom>
          <a:ln w="9525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14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wnscjcj2000</cp:lastModifiedBy>
  <cp:version>10.105.277.55893</cp:version>
  <dcterms:modified xsi:type="dcterms:W3CDTF">2011-08-01T06:04:30Z</dcterms:modified>
</cp:coreProperties>
</file>